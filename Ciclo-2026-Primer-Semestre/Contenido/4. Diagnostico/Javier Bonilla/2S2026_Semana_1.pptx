
<file path=[Content_Types].xml><?xml version="1.0" encoding="utf-8"?>
<Types xmlns="http://schemas.openxmlformats.org/package/2006/content-types"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10287000" cx="18288000"/>
  <p:notesSz cx="6858000" cy="9144000"/>
  <p:embeddedFontLst>
    <p:embeddedFont>
      <p:font typeface="Nunito"/>
      <p:regular r:id="rId18"/>
      <p:bold r:id="rId19"/>
      <p:italic r:id="rId20"/>
      <p:boldItalic r:id="rId21"/>
    </p:embeddedFont>
    <p:embeddedFont>
      <p:font typeface="Maven Pro"/>
      <p:regular r:id="rId22"/>
      <p:bold r:id="rId23"/>
    </p:embeddedFont>
    <p:embeddedFont>
      <p:font typeface="Open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8" roundtripDataSignature="AMtx7mgZTSPWhgHNI11pTyJyBtRFD1Q7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italic.fntdata"/><Relationship Id="rId22" Type="http://schemas.openxmlformats.org/officeDocument/2006/relationships/font" Target="fonts/MavenPro-regular.fntdata"/><Relationship Id="rId21" Type="http://schemas.openxmlformats.org/officeDocument/2006/relationships/font" Target="fonts/Nunito-boldItalic.fntdata"/><Relationship Id="rId24" Type="http://schemas.openxmlformats.org/officeDocument/2006/relationships/font" Target="fonts/OpenSans-regular.fntdata"/><Relationship Id="rId23" Type="http://schemas.openxmlformats.org/officeDocument/2006/relationships/font" Target="fonts/MavenPr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italic.fntdata"/><Relationship Id="rId25" Type="http://schemas.openxmlformats.org/officeDocument/2006/relationships/font" Target="fonts/OpenSans-bold.fntdata"/><Relationship Id="rId28" Type="http://customschemas.google.com/relationships/presentationmetadata" Target="metadata"/><Relationship Id="rId27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Nunito-bold.fntdata"/><Relationship Id="rId18" Type="http://schemas.openxmlformats.org/officeDocument/2006/relationships/font" Target="fonts/Nunito-regular.fntdata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4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5" name="Google Shape;27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5" name="Google Shape;28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1" name="Google Shape;29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1" name="Google Shape;31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8" name="Google Shape;3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d75b4d7ed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5" name="Google Shape;325;g3d75b4d7ed6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d75b4d7ed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2" name="Google Shape;332;g3d75b4d7ed6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d75b4d7ed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0" name="Google Shape;340;g3d75b4d7ed6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d75b4d7ed6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8" name="Google Shape;348;g3d75b4d7ed6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d75b4d7ed6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5" name="Google Shape;355;g3d75b4d7ed6_1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2" name="Google Shape;36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7" name="Google Shape;36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g3ed793aeb4f_0_1440"/>
          <p:cNvGrpSpPr/>
          <p:nvPr/>
        </p:nvGrpSpPr>
        <p:grpSpPr>
          <a:xfrm>
            <a:off x="14686006" y="6819351"/>
            <a:ext cx="3382844" cy="3465096"/>
            <a:chOff x="7343003" y="3409675"/>
            <a:chExt cx="1691422" cy="1732548"/>
          </a:xfrm>
        </p:grpSpPr>
        <p:grpSp>
          <p:nvGrpSpPr>
            <p:cNvPr id="11" name="Google Shape;11;g3ed793aeb4f_0_1440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g3ed793aeb4f_0_1440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g3ed793aeb4f_0_1440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g3ed793aeb4f_0_1440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g3ed793aeb4f_0_1440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g3ed793aeb4f_0_1440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g3ed793aeb4f_0_1440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g3ed793aeb4f_0_1440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g3ed793aeb4f_0_1440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g3ed793aeb4f_0_1440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g3ed793aeb4f_0_1440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g3ed793aeb4f_0_1440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g3ed793aeb4f_0_1440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g3ed793aeb4f_0_1440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g3ed793aeb4f_0_1440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g3ed793aeb4f_0_1440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g3ed793aeb4f_0_1440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g3ed793aeb4f_0_1440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g3ed793aeb4f_0_1440"/>
          <p:cNvGrpSpPr/>
          <p:nvPr/>
        </p:nvGrpSpPr>
        <p:grpSpPr>
          <a:xfrm>
            <a:off x="10087005" y="0"/>
            <a:ext cx="7628145" cy="7678204"/>
            <a:chOff x="5043503" y="0"/>
            <a:chExt cx="3814072" cy="3839102"/>
          </a:xfrm>
        </p:grpSpPr>
        <p:sp>
          <p:nvSpPr>
            <p:cNvPr id="30" name="Google Shape;30;g3ed793aeb4f_0_1440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g3ed793aeb4f_0_1440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g3ed793aeb4f_0_1440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g3ed793aeb4f_0_1440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g3ed793aeb4f_0_1440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g3ed793aeb4f_0_1440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g3ed793aeb4f_0_1440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g3ed793aeb4f_0_1440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g3ed793aeb4f_0_1440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g3ed793aeb4f_0_1440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g3ed793aeb4f_0_1440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g3ed793aeb4f_0_1440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g3ed793aeb4f_0_1440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g3ed793aeb4f_0_1440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g3ed793aeb4f_0_1440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g3ed793aeb4f_0_1440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g3ed793aeb4f_0_1440"/>
          <p:cNvSpPr txBox="1"/>
          <p:nvPr>
            <p:ph type="ctrTitle"/>
          </p:nvPr>
        </p:nvSpPr>
        <p:spPr>
          <a:xfrm>
            <a:off x="1648000" y="3227625"/>
            <a:ext cx="8511000" cy="37458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g3ed793aeb4f_0_1440"/>
          <p:cNvSpPr txBox="1"/>
          <p:nvPr>
            <p:ph idx="1" type="subTitle"/>
          </p:nvPr>
        </p:nvSpPr>
        <p:spPr>
          <a:xfrm>
            <a:off x="1648000" y="7192600"/>
            <a:ext cx="8511000" cy="1390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g3ed793aeb4f_0_1440"/>
          <p:cNvSpPr txBox="1"/>
          <p:nvPr>
            <p:ph idx="12" type="sldNum"/>
          </p:nvPr>
        </p:nvSpPr>
        <p:spPr>
          <a:xfrm>
            <a:off x="16902092" y="9473952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g3ed793aeb4f_0_1480"/>
          <p:cNvGrpSpPr/>
          <p:nvPr/>
        </p:nvGrpSpPr>
        <p:grpSpPr>
          <a:xfrm>
            <a:off x="293537" y="6812"/>
            <a:ext cx="2466430" cy="2769070"/>
            <a:chOff x="146769" y="3406"/>
            <a:chExt cx="1233215" cy="1384535"/>
          </a:xfrm>
        </p:grpSpPr>
        <p:grpSp>
          <p:nvGrpSpPr>
            <p:cNvPr id="51" name="Google Shape;51;g3ed793aeb4f_0_1480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g3ed793aeb4f_0_1480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g3ed793aeb4f_0_1480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g3ed793aeb4f_0_1480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g3ed793aeb4f_0_1480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g3ed793aeb4f_0_1480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g3ed793aeb4f_0_1480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g3ed793aeb4f_0_1480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g3ed793aeb4f_0_1480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g3ed793aeb4f_0_1480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g3ed793aeb4f_0_1480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g3ed793aeb4f_0_1480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g3ed793aeb4f_0_1480"/>
          <p:cNvGrpSpPr/>
          <p:nvPr/>
        </p:nvGrpSpPr>
        <p:grpSpPr>
          <a:xfrm>
            <a:off x="13550167" y="5808017"/>
            <a:ext cx="4372295" cy="4479000"/>
            <a:chOff x="6775084" y="2904008"/>
            <a:chExt cx="2186148" cy="2239500"/>
          </a:xfrm>
        </p:grpSpPr>
        <p:grpSp>
          <p:nvGrpSpPr>
            <p:cNvPr id="64" name="Google Shape;64;g3ed793aeb4f_0_1480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g3ed793aeb4f_0_1480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g3ed793aeb4f_0_1480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g3ed793aeb4f_0_1480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g3ed793aeb4f_0_1480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g3ed793aeb4f_0_1480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g3ed793aeb4f_0_1480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g3ed793aeb4f_0_1480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g3ed793aeb4f_0_1480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g3ed793aeb4f_0_1480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g3ed793aeb4f_0_1480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g3ed793aeb4f_0_1480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g3ed793aeb4f_0_1480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g3ed793aeb4f_0_1480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g3ed793aeb4f_0_1480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g3ed793aeb4f_0_1480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g3ed793aeb4f_0_1480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g3ed793aeb4f_0_1480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g3ed793aeb4f_0_1480"/>
          <p:cNvSpPr txBox="1"/>
          <p:nvPr>
            <p:ph type="title"/>
          </p:nvPr>
        </p:nvSpPr>
        <p:spPr>
          <a:xfrm>
            <a:off x="1648000" y="3227650"/>
            <a:ext cx="11715600" cy="37458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g3ed793aeb4f_0_1480"/>
          <p:cNvSpPr txBox="1"/>
          <p:nvPr>
            <p:ph idx="12" type="sldNum"/>
          </p:nvPr>
        </p:nvSpPr>
        <p:spPr>
          <a:xfrm>
            <a:off x="16902092" y="9473952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g3ed793aeb4f_0_1515"/>
          <p:cNvGrpSpPr/>
          <p:nvPr/>
        </p:nvGrpSpPr>
        <p:grpSpPr>
          <a:xfrm>
            <a:off x="1251932" y="598753"/>
            <a:ext cx="1998624" cy="1998624"/>
            <a:chOff x="348199" y="179450"/>
            <a:chExt cx="1116300" cy="1116300"/>
          </a:xfrm>
        </p:grpSpPr>
        <p:sp>
          <p:nvSpPr>
            <p:cNvPr id="86" name="Google Shape;86;g3ed793aeb4f_0_151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g3ed793aeb4f_0_151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g3ed793aeb4f_0_1515"/>
          <p:cNvSpPr txBox="1"/>
          <p:nvPr>
            <p:ph type="title"/>
          </p:nvPr>
        </p:nvSpPr>
        <p:spPr>
          <a:xfrm>
            <a:off x="2607600" y="1197150"/>
            <a:ext cx="14061000" cy="19986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89" name="Google Shape;89;g3ed793aeb4f_0_1515"/>
          <p:cNvSpPr txBox="1"/>
          <p:nvPr>
            <p:ph idx="1" type="body"/>
          </p:nvPr>
        </p:nvSpPr>
        <p:spPr>
          <a:xfrm>
            <a:off x="2607600" y="3980100"/>
            <a:ext cx="14061000" cy="5083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90" name="Google Shape;90;g3ed793aeb4f_0_1515"/>
          <p:cNvSpPr txBox="1"/>
          <p:nvPr>
            <p:ph idx="12" type="sldNum"/>
          </p:nvPr>
        </p:nvSpPr>
        <p:spPr>
          <a:xfrm>
            <a:off x="16902092" y="9473952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g3ed793aeb4f_0_1522"/>
          <p:cNvGrpSpPr/>
          <p:nvPr/>
        </p:nvGrpSpPr>
        <p:grpSpPr>
          <a:xfrm>
            <a:off x="1251932" y="598753"/>
            <a:ext cx="1998624" cy="1998624"/>
            <a:chOff x="348199" y="179450"/>
            <a:chExt cx="1116300" cy="1116300"/>
          </a:xfrm>
        </p:grpSpPr>
        <p:sp>
          <p:nvSpPr>
            <p:cNvPr id="93" name="Google Shape;93;g3ed793aeb4f_0_1522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g3ed793aeb4f_0_1522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g3ed793aeb4f_0_1522"/>
          <p:cNvSpPr txBox="1"/>
          <p:nvPr>
            <p:ph type="title"/>
          </p:nvPr>
        </p:nvSpPr>
        <p:spPr>
          <a:xfrm>
            <a:off x="2607600" y="1197150"/>
            <a:ext cx="14061000" cy="19986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96" name="Google Shape;96;g3ed793aeb4f_0_1522"/>
          <p:cNvSpPr txBox="1"/>
          <p:nvPr>
            <p:ph idx="1" type="body"/>
          </p:nvPr>
        </p:nvSpPr>
        <p:spPr>
          <a:xfrm>
            <a:off x="2607600" y="3980100"/>
            <a:ext cx="6861000" cy="5083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97" name="Google Shape;97;g3ed793aeb4f_0_1522"/>
          <p:cNvSpPr txBox="1"/>
          <p:nvPr>
            <p:ph idx="2" type="body"/>
          </p:nvPr>
        </p:nvSpPr>
        <p:spPr>
          <a:xfrm>
            <a:off x="9807300" y="3980100"/>
            <a:ext cx="6861000" cy="5083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98" name="Google Shape;98;g3ed793aeb4f_0_1522"/>
          <p:cNvSpPr txBox="1"/>
          <p:nvPr>
            <p:ph idx="12" type="sldNum"/>
          </p:nvPr>
        </p:nvSpPr>
        <p:spPr>
          <a:xfrm>
            <a:off x="16902092" y="9473952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g3ed793aeb4f_0_1530"/>
          <p:cNvGrpSpPr/>
          <p:nvPr/>
        </p:nvGrpSpPr>
        <p:grpSpPr>
          <a:xfrm>
            <a:off x="1251932" y="598753"/>
            <a:ext cx="1998624" cy="1998624"/>
            <a:chOff x="348199" y="179450"/>
            <a:chExt cx="1116300" cy="1116300"/>
          </a:xfrm>
        </p:grpSpPr>
        <p:sp>
          <p:nvSpPr>
            <p:cNvPr id="101" name="Google Shape;101;g3ed793aeb4f_0_153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g3ed793aeb4f_0_153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g3ed793aeb4f_0_1530"/>
          <p:cNvSpPr txBox="1"/>
          <p:nvPr>
            <p:ph type="title"/>
          </p:nvPr>
        </p:nvSpPr>
        <p:spPr>
          <a:xfrm>
            <a:off x="2607600" y="1197150"/>
            <a:ext cx="14061000" cy="19986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04" name="Google Shape;104;g3ed793aeb4f_0_1530"/>
          <p:cNvSpPr txBox="1"/>
          <p:nvPr>
            <p:ph idx="12" type="sldNum"/>
          </p:nvPr>
        </p:nvSpPr>
        <p:spPr>
          <a:xfrm>
            <a:off x="16902092" y="9473952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g3ed793aeb4f_0_1536"/>
          <p:cNvGrpSpPr/>
          <p:nvPr/>
        </p:nvGrpSpPr>
        <p:grpSpPr>
          <a:xfrm>
            <a:off x="1251932" y="598753"/>
            <a:ext cx="1998624" cy="1998624"/>
            <a:chOff x="348199" y="179450"/>
            <a:chExt cx="1116300" cy="1116300"/>
          </a:xfrm>
        </p:grpSpPr>
        <p:sp>
          <p:nvSpPr>
            <p:cNvPr id="107" name="Google Shape;107;g3ed793aeb4f_0_153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g3ed793aeb4f_0_153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g3ed793aeb4f_0_1536"/>
          <p:cNvSpPr txBox="1"/>
          <p:nvPr>
            <p:ph type="title"/>
          </p:nvPr>
        </p:nvSpPr>
        <p:spPr>
          <a:xfrm>
            <a:off x="2607600" y="1197150"/>
            <a:ext cx="6624000" cy="31800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10" name="Google Shape;110;g3ed793aeb4f_0_1536"/>
          <p:cNvSpPr txBox="1"/>
          <p:nvPr>
            <p:ph idx="1" type="body"/>
          </p:nvPr>
        </p:nvSpPr>
        <p:spPr>
          <a:xfrm>
            <a:off x="2607600" y="4619350"/>
            <a:ext cx="6624000" cy="44436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111" name="Google Shape;111;g3ed793aeb4f_0_1536"/>
          <p:cNvSpPr txBox="1"/>
          <p:nvPr>
            <p:ph idx="12" type="sldNum"/>
          </p:nvPr>
        </p:nvSpPr>
        <p:spPr>
          <a:xfrm>
            <a:off x="16902092" y="9473952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g3ed793aeb4f_0_1543"/>
          <p:cNvGrpSpPr/>
          <p:nvPr/>
        </p:nvGrpSpPr>
        <p:grpSpPr>
          <a:xfrm>
            <a:off x="13733428" y="2613"/>
            <a:ext cx="4534902" cy="5203379"/>
            <a:chOff x="6790514" y="1306"/>
            <a:chExt cx="2267451" cy="2601690"/>
          </a:xfrm>
        </p:grpSpPr>
        <p:grpSp>
          <p:nvGrpSpPr>
            <p:cNvPr id="114" name="Google Shape;114;g3ed793aeb4f_0_1543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g3ed793aeb4f_0_1543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g3ed793aeb4f_0_1543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g3ed793aeb4f_0_1543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g3ed793aeb4f_0_1543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g3ed793aeb4f_0_1543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g3ed793aeb4f_0_1543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g3ed793aeb4f_0_1543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g3ed793aeb4f_0_1543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g3ed793aeb4f_0_1543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g3ed793aeb4f_0_1543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g3ed793aeb4f_0_1543"/>
          <p:cNvSpPr txBox="1"/>
          <p:nvPr>
            <p:ph type="title"/>
          </p:nvPr>
        </p:nvSpPr>
        <p:spPr>
          <a:xfrm>
            <a:off x="1648000" y="1527200"/>
            <a:ext cx="11715600" cy="7146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g3ed793aeb4f_0_1543"/>
          <p:cNvSpPr txBox="1"/>
          <p:nvPr>
            <p:ph idx="12" type="sldNum"/>
          </p:nvPr>
        </p:nvSpPr>
        <p:spPr>
          <a:xfrm>
            <a:off x="16902092" y="9473952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g3ed793aeb4f_0_1558"/>
          <p:cNvGrpSpPr/>
          <p:nvPr/>
        </p:nvGrpSpPr>
        <p:grpSpPr>
          <a:xfrm>
            <a:off x="1251932" y="598753"/>
            <a:ext cx="1998624" cy="1998624"/>
            <a:chOff x="348199" y="179450"/>
            <a:chExt cx="1116300" cy="1116300"/>
          </a:xfrm>
        </p:grpSpPr>
        <p:sp>
          <p:nvSpPr>
            <p:cNvPr id="129" name="Google Shape;129;g3ed793aeb4f_0_1558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g3ed793aeb4f_0_1558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g3ed793aeb4f_0_1558"/>
          <p:cNvSpPr txBox="1"/>
          <p:nvPr>
            <p:ph type="title"/>
          </p:nvPr>
        </p:nvSpPr>
        <p:spPr>
          <a:xfrm>
            <a:off x="2607600" y="1197150"/>
            <a:ext cx="6861000" cy="39804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32" name="Google Shape;132;g3ed793aeb4f_0_1558"/>
          <p:cNvSpPr txBox="1"/>
          <p:nvPr>
            <p:ph idx="1" type="subTitle"/>
          </p:nvPr>
        </p:nvSpPr>
        <p:spPr>
          <a:xfrm>
            <a:off x="2607600" y="5486405"/>
            <a:ext cx="6861000" cy="1452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33" name="Google Shape;133;g3ed793aeb4f_0_1558"/>
          <p:cNvSpPr txBox="1"/>
          <p:nvPr>
            <p:ph idx="2" type="body"/>
          </p:nvPr>
        </p:nvSpPr>
        <p:spPr>
          <a:xfrm>
            <a:off x="9807400" y="1322000"/>
            <a:ext cx="6861000" cy="7741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134" name="Google Shape;134;g3ed793aeb4f_0_1558"/>
          <p:cNvSpPr txBox="1"/>
          <p:nvPr>
            <p:ph idx="12" type="sldNum"/>
          </p:nvPr>
        </p:nvSpPr>
        <p:spPr>
          <a:xfrm>
            <a:off x="16902092" y="9473952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g3ed793aeb4f_0_1566"/>
          <p:cNvGrpSpPr/>
          <p:nvPr/>
        </p:nvGrpSpPr>
        <p:grpSpPr>
          <a:xfrm>
            <a:off x="1426746" y="7694237"/>
            <a:ext cx="1650784" cy="1650784"/>
            <a:chOff x="348199" y="179450"/>
            <a:chExt cx="1116300" cy="1116300"/>
          </a:xfrm>
        </p:grpSpPr>
        <p:sp>
          <p:nvSpPr>
            <p:cNvPr id="137" name="Google Shape;137;g3ed793aeb4f_0_156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g3ed793aeb4f_0_156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g3ed793aeb4f_0_1566"/>
          <p:cNvSpPr txBox="1"/>
          <p:nvPr>
            <p:ph idx="1" type="body"/>
          </p:nvPr>
        </p:nvSpPr>
        <p:spPr>
          <a:xfrm>
            <a:off x="2607600" y="8277950"/>
            <a:ext cx="11686200" cy="1069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</a:lstStyle>
          <a:p/>
        </p:txBody>
      </p:sp>
      <p:sp>
        <p:nvSpPr>
          <p:cNvPr id="140" name="Google Shape;140;g3ed793aeb4f_0_1566"/>
          <p:cNvSpPr txBox="1"/>
          <p:nvPr>
            <p:ph idx="12" type="sldNum"/>
          </p:nvPr>
        </p:nvSpPr>
        <p:spPr>
          <a:xfrm>
            <a:off x="16902092" y="9473952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g3ed793aeb4f_0_1572"/>
          <p:cNvGrpSpPr/>
          <p:nvPr/>
        </p:nvGrpSpPr>
        <p:grpSpPr>
          <a:xfrm>
            <a:off x="104" y="8198400"/>
            <a:ext cx="18288071" cy="2088600"/>
            <a:chOff x="52" y="4099200"/>
            <a:chExt cx="9144036" cy="1044300"/>
          </a:xfrm>
        </p:grpSpPr>
        <p:grpSp>
          <p:nvGrpSpPr>
            <p:cNvPr id="143" name="Google Shape;143;g3ed793aeb4f_0_1572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g3ed793aeb4f_0_1572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g3ed793aeb4f_0_1572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g3ed793aeb4f_0_1572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g3ed793aeb4f_0_1572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g3ed793aeb4f_0_1572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g3ed793aeb4f_0_1572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g3ed793aeb4f_0_1572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g3ed793aeb4f_0_1572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g3ed793aeb4f_0_1572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g3ed793aeb4f_0_1572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g3ed793aeb4f_0_1572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g3ed793aeb4f_0_1572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g3ed793aeb4f_0_1572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g3ed793aeb4f_0_1572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g3ed793aeb4f_0_1572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g3ed793aeb4f_0_1572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g3ed793aeb4f_0_1572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g3ed793aeb4f_0_1572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g3ed793aeb4f_0_1572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g3ed793aeb4f_0_1572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g3ed793aeb4f_0_1572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g3ed793aeb4f_0_1572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g3ed793aeb4f_0_1572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g3ed793aeb4f_0_1572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g3ed793aeb4f_0_1572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g3ed793aeb4f_0_1572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g3ed793aeb4f_0_1572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g3ed793aeb4f_0_1572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g3ed793aeb4f_0_1572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g3ed793aeb4f_0_1572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g3ed793aeb4f_0_1572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g3ed793aeb4f_0_1572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g3ed793aeb4f_0_1572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g3ed793aeb4f_0_1572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g3ed793aeb4f_0_1572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g3ed793aeb4f_0_1572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g3ed793aeb4f_0_1572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g3ed793aeb4f_0_1572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g3ed793aeb4f_0_1572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g3ed793aeb4f_0_1572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g3ed793aeb4f_0_1572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g3ed793aeb4f_0_1572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g3ed793aeb4f_0_1572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g3ed793aeb4f_0_1572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g3ed793aeb4f_0_1572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g3ed793aeb4f_0_1572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g3ed793aeb4f_0_1572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g3ed793aeb4f_0_1572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g3ed793aeb4f_0_1572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g3ed793aeb4f_0_1572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g3ed793aeb4f_0_1572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g3ed793aeb4f_0_1572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g3ed793aeb4f_0_1572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g3ed793aeb4f_0_1572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g3ed793aeb4f_0_1572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g3ed793aeb4f_0_1572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g3ed793aeb4f_0_1572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g3ed793aeb4f_0_1572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g3ed793aeb4f_0_1572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g3ed793aeb4f_0_1572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g3ed793aeb4f_0_1572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g3ed793aeb4f_0_1572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g3ed793aeb4f_0_1572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g3ed793aeb4f_0_1572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g3ed793aeb4f_0_1572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g3ed793aeb4f_0_1572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g3ed793aeb4f_0_1572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g3ed793aeb4f_0_1572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g3ed793aeb4f_0_1572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g3ed793aeb4f_0_1572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g3ed793aeb4f_0_1572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g3ed793aeb4f_0_1572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g3ed793aeb4f_0_1572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g3ed793aeb4f_0_1572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g3ed793aeb4f_0_1572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g3ed793aeb4f_0_1572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g3ed793aeb4f_0_1572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g3ed793aeb4f_0_1572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g3ed793aeb4f_0_1572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g3ed793aeb4f_0_1572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g3ed793aeb4f_0_1572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g3ed793aeb4f_0_1572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g3ed793aeb4f_0_1572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g3ed793aeb4f_0_1572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g3ed793aeb4f_0_1572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g3ed793aeb4f_0_1572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g3ed793aeb4f_0_1572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g3ed793aeb4f_0_1572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g3ed793aeb4f_0_1572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g3ed793aeb4f_0_1572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g3ed793aeb4f_0_1572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g3ed793aeb4f_0_1572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g3ed793aeb4f_0_1572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g3ed793aeb4f_0_1572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g3ed793aeb4f_0_1572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g3ed793aeb4f_0_1572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g3ed793aeb4f_0_1572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g3ed793aeb4f_0_1572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g3ed793aeb4f_0_1572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g3ed793aeb4f_0_1572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g3ed793aeb4f_0_1572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g3ed793aeb4f_0_1572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g3ed793aeb4f_0_1572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g3ed793aeb4f_0_1572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g3ed793aeb4f_0_1572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g3ed793aeb4f_0_1572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g3ed793aeb4f_0_1572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g3ed793aeb4f_0_1572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g3ed793aeb4f_0_1572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g3ed793aeb4f_0_1572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g3ed793aeb4f_0_1572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g3ed793aeb4f_0_1572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g3ed793aeb4f_0_1572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g3ed793aeb4f_0_1572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g3ed793aeb4f_0_1572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g3ed793aeb4f_0_1572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g3ed793aeb4f_0_1572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g3ed793aeb4f_0_1572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g3ed793aeb4f_0_1572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g3ed793aeb4f_0_1572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g3ed793aeb4f_0_1572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g3ed793aeb4f_0_1572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g3ed793aeb4f_0_1572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g3ed793aeb4f_0_1572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g3ed793aeb4f_0_1572"/>
          <p:cNvSpPr txBox="1"/>
          <p:nvPr>
            <p:ph hasCustomPrompt="1" type="title"/>
          </p:nvPr>
        </p:nvSpPr>
        <p:spPr>
          <a:xfrm>
            <a:off x="2777250" y="1545450"/>
            <a:ext cx="12733800" cy="3726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g3ed793aeb4f_0_1572"/>
          <p:cNvSpPr txBox="1"/>
          <p:nvPr>
            <p:ph idx="1" type="body"/>
          </p:nvPr>
        </p:nvSpPr>
        <p:spPr>
          <a:xfrm>
            <a:off x="2777250" y="5424600"/>
            <a:ext cx="12733800" cy="2222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Char char="●"/>
              <a:defRPr>
                <a:solidFill>
                  <a:schemeClr val="lt1"/>
                </a:solidFill>
              </a:defRPr>
            </a:lvl1pPr>
            <a:lvl2pPr indent="-3683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indent="-3683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indent="-3683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indent="-3683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indent="-3683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indent="-3683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indent="-3683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indent="-3683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g3ed793aeb4f_0_1572"/>
          <p:cNvSpPr txBox="1"/>
          <p:nvPr>
            <p:ph idx="12" type="sldNum"/>
          </p:nvPr>
        </p:nvSpPr>
        <p:spPr>
          <a:xfrm>
            <a:off x="16902092" y="9473952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ed793aeb4f_0_1702"/>
          <p:cNvSpPr txBox="1"/>
          <p:nvPr>
            <p:ph idx="12" type="sldNum"/>
          </p:nvPr>
        </p:nvSpPr>
        <p:spPr>
          <a:xfrm>
            <a:off x="16902092" y="9473952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ed793aeb4f_0_1436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Maven Pro"/>
              <a:buNone/>
              <a:defRPr b="1" sz="56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Maven Pro"/>
              <a:buNone/>
              <a:defRPr b="1" sz="56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Maven Pro"/>
              <a:buNone/>
              <a:defRPr b="1" sz="56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Maven Pro"/>
              <a:buNone/>
              <a:defRPr b="1" sz="56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Maven Pro"/>
              <a:buNone/>
              <a:defRPr b="1" sz="56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Maven Pro"/>
              <a:buNone/>
              <a:defRPr b="1" sz="56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Maven Pro"/>
              <a:buNone/>
              <a:defRPr b="1" sz="56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Maven Pro"/>
              <a:buNone/>
              <a:defRPr b="1" sz="56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Maven Pro"/>
              <a:buNone/>
              <a:defRPr b="1" sz="56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g3ed793aeb4f_0_1436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Nunito"/>
              <a:buChar char="●"/>
              <a:defRPr sz="2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683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Nunito"/>
              <a:buChar char="○"/>
              <a:defRPr sz="2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683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Nunito"/>
              <a:buChar char="■"/>
              <a:defRPr sz="2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3683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Nunito"/>
              <a:buChar char="●"/>
              <a:defRPr sz="2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3683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Nunito"/>
              <a:buChar char="○"/>
              <a:defRPr sz="2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3683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Nunito"/>
              <a:buChar char="■"/>
              <a:defRPr sz="2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3683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Nunito"/>
              <a:buChar char="●"/>
              <a:defRPr sz="2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3683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Nunito"/>
              <a:buChar char="○"/>
              <a:defRPr sz="2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3683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Nunito"/>
              <a:buChar char="■"/>
              <a:defRPr sz="2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g3ed793aeb4f_0_1436"/>
          <p:cNvSpPr txBox="1"/>
          <p:nvPr>
            <p:ph idx="12" type="sldNum"/>
          </p:nvPr>
        </p:nvSpPr>
        <p:spPr>
          <a:xfrm>
            <a:off x="16902092" y="9473952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r">
              <a:buNone/>
              <a:defRPr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vmlDrawing" Target="../drawings/vmlDrawing1.vml"/><Relationship Id="rId4" Type="http://schemas.openxmlformats.org/officeDocument/2006/relationships/image" Target="../media/image12.png"/><Relationship Id="rId5" Type="http://schemas.openxmlformats.org/officeDocument/2006/relationships/image" Target="../media/image3.png"/><Relationship Id="rId6" Type="http://schemas.openxmlformats.org/officeDocument/2006/relationships/oleObject" Target="../embeddings/oleObject1.bin"/><Relationship Id="rId7" Type="http://schemas.openxmlformats.org/officeDocument/2006/relationships/oleObject" Target="../embeddings/oleObject1.bin"/><Relationship Id="rId8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ayground.com/join?gc=36030793&amp;source=liveDashboard" TargetMode="External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youtu.be/UFHso6ELDIA" TargetMode="External"/><Relationship Id="rId4" Type="http://schemas.openxmlformats.org/officeDocument/2006/relationships/hyperlink" Target="https://youtu.be/axHut2e84fc" TargetMode="External"/><Relationship Id="rId5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8" name="Google Shape;278;p1"/>
          <p:cNvSpPr/>
          <p:nvPr/>
        </p:nvSpPr>
        <p:spPr>
          <a:xfrm>
            <a:off x="1969850" y="3030151"/>
            <a:ext cx="15055872" cy="3260981"/>
          </a:xfrm>
          <a:custGeom>
            <a:rect b="b" l="l" r="r" t="t"/>
            <a:pathLst>
              <a:path extrusionOk="0" h="1811656" w="9002016">
                <a:moveTo>
                  <a:pt x="0" y="0"/>
                </a:moveTo>
                <a:lnTo>
                  <a:pt x="9002016" y="0"/>
                </a:lnTo>
                <a:lnTo>
                  <a:pt x="9002016" y="1811656"/>
                </a:lnTo>
                <a:lnTo>
                  <a:pt x="0" y="181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279" name="Google Shape;279;p1"/>
          <p:cNvGraphicFramePr/>
          <p:nvPr/>
        </p:nvGraphicFramePr>
        <p:xfrm>
          <a:off x="10670025" y="1766775"/>
          <a:ext cx="9524676" cy="1881100"/>
        </p:xfrm>
        <a:graphic>
          <a:graphicData uri="http://schemas.openxmlformats.org/presentationml/2006/ole">
            <mc:AlternateContent>
              <mc:Choice Requires="v">
                <p:oleObj r:id="rId6" imgH="1881100" imgW="9524676" progId="Excel.Sheet.12" spid="_x0000_s1">
                  <p:embed/>
                </p:oleObj>
              </mc:Choice>
              <mc:Fallback>
                <p:oleObj r:id="rId7" imgH="1881100" imgW="9524676" progId="Excel.Sheet.12">
                  <p:embed/>
                  <p:pic>
                    <p:nvPicPr>
                      <p:cNvPr id="279" name="Google Shape;279;p1"/>
                      <p:cNvPicPr preferRelativeResize="0"/>
                      <p:nvPr/>
                    </p:nvPicPr>
                    <p:blipFill rotWithShape="1">
                      <a:blip r:embed="rId8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0670025" y="1766775"/>
                        <a:ext cx="9524676" cy="188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0" name="Google Shape;280;p1"/>
          <p:cNvSpPr txBox="1"/>
          <p:nvPr/>
        </p:nvSpPr>
        <p:spPr>
          <a:xfrm>
            <a:off x="5792614" y="6291132"/>
            <a:ext cx="67029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1" name="Google Shape;281;p1"/>
          <p:cNvSpPr txBox="1"/>
          <p:nvPr/>
        </p:nvSpPr>
        <p:spPr>
          <a:xfrm>
            <a:off x="348654" y="9201150"/>
            <a:ext cx="5684700" cy="11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rPr b="1" lang="en-US" sz="3140">
                <a:latin typeface="Open Sans"/>
                <a:ea typeface="Open Sans"/>
                <a:cs typeface="Open Sans"/>
                <a:sym typeface="Open Sans"/>
              </a:rPr>
              <a:t>Jose Javier Bonilla Salazar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t/>
            </a:r>
            <a:endParaRPr b="1" i="0" sz="314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2" name="Google Shape;282;p1"/>
          <p:cNvSpPr txBox="1"/>
          <p:nvPr/>
        </p:nvSpPr>
        <p:spPr>
          <a:xfrm>
            <a:off x="2904236" y="3801950"/>
            <a:ext cx="13187100" cy="14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lang="en-US" sz="4200">
                <a:latin typeface="Open Sans"/>
                <a:ea typeface="Open Sans"/>
                <a:cs typeface="Open Sans"/>
                <a:sym typeface="Open Sans"/>
              </a:rPr>
              <a:t>Programación</a:t>
            </a:r>
            <a:r>
              <a:rPr b="1" lang="en-US" sz="4200">
                <a:latin typeface="Open Sans"/>
                <a:ea typeface="Open Sans"/>
                <a:cs typeface="Open Sans"/>
                <a:sym typeface="Open Sans"/>
              </a:rPr>
              <a:t> de computadoras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799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1" i="0" sz="4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"/>
          <p:cNvSpPr/>
          <p:nvPr/>
        </p:nvSpPr>
        <p:spPr>
          <a:xfrm>
            <a:off x="0" y="27878"/>
            <a:ext cx="18288000" cy="10401300"/>
          </a:xfrm>
          <a:custGeom>
            <a:rect b="b" l="l" r="r" t="t"/>
            <a:pathLst>
              <a:path extrusionOk="0" h="10401300" w="18288000">
                <a:moveTo>
                  <a:pt x="0" y="0"/>
                </a:moveTo>
                <a:lnTo>
                  <a:pt x="18288000" y="0"/>
                </a:lnTo>
                <a:lnTo>
                  <a:pt x="18288000" y="10401300"/>
                </a:lnTo>
                <a:lnTo>
                  <a:pt x="0" y="10401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8" name="Google Shape;288;p2"/>
          <p:cNvSpPr txBox="1"/>
          <p:nvPr/>
        </p:nvSpPr>
        <p:spPr>
          <a:xfrm>
            <a:off x="3102001" y="2985175"/>
            <a:ext cx="12084000" cy="3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rPr b="1" i="0" lang="en-US" sz="8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Semana de Diagnóstico</a:t>
            </a:r>
            <a:endParaRPr b="1" i="0" sz="87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"/>
          <p:cNvSpPr/>
          <p:nvPr/>
        </p:nvSpPr>
        <p:spPr>
          <a:xfrm>
            <a:off x="4000075" y="2756063"/>
            <a:ext cx="9896507" cy="7627980"/>
          </a:xfrm>
          <a:custGeom>
            <a:rect b="b" l="l" r="r" t="t"/>
            <a:pathLst>
              <a:path extrusionOk="0" h="5913163" w="9896507">
                <a:moveTo>
                  <a:pt x="0" y="0"/>
                </a:moveTo>
                <a:lnTo>
                  <a:pt x="9896507" y="0"/>
                </a:lnTo>
                <a:lnTo>
                  <a:pt x="9896507" y="5913163"/>
                </a:lnTo>
                <a:lnTo>
                  <a:pt x="0" y="59131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4" name="Google Shape;294;p4"/>
          <p:cNvSpPr/>
          <p:nvPr/>
        </p:nvSpPr>
        <p:spPr>
          <a:xfrm>
            <a:off x="3493371" y="-730682"/>
            <a:ext cx="11301259" cy="5127946"/>
          </a:xfrm>
          <a:custGeom>
            <a:rect b="b" l="l" r="r" t="t"/>
            <a:pathLst>
              <a:path extrusionOk="0" h="5127946" w="11301259">
                <a:moveTo>
                  <a:pt x="0" y="0"/>
                </a:moveTo>
                <a:lnTo>
                  <a:pt x="11301258" y="0"/>
                </a:lnTo>
                <a:lnTo>
                  <a:pt x="11301258" y="5127946"/>
                </a:lnTo>
                <a:lnTo>
                  <a:pt x="0" y="51279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5" name="Google Shape;295;p4"/>
          <p:cNvSpPr/>
          <p:nvPr/>
        </p:nvSpPr>
        <p:spPr>
          <a:xfrm>
            <a:off x="4875920" y="3204230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6" name="Google Shape;296;p4"/>
          <p:cNvSpPr txBox="1"/>
          <p:nvPr/>
        </p:nvSpPr>
        <p:spPr>
          <a:xfrm>
            <a:off x="5720910" y="3500263"/>
            <a:ext cx="488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1. Presentación del tutor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7" name="Google Shape;297;p4"/>
          <p:cNvSpPr/>
          <p:nvPr/>
        </p:nvSpPr>
        <p:spPr>
          <a:xfrm>
            <a:off x="4875920" y="4232850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8" name="Google Shape;298;p4"/>
          <p:cNvSpPr txBox="1"/>
          <p:nvPr/>
        </p:nvSpPr>
        <p:spPr>
          <a:xfrm>
            <a:off x="5695422" y="4589013"/>
            <a:ext cx="706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2. Evaluación de Conocimientos Previos                             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9" name="Google Shape;299;p4"/>
          <p:cNvSpPr/>
          <p:nvPr/>
        </p:nvSpPr>
        <p:spPr>
          <a:xfrm>
            <a:off x="4824745" y="5310921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0" name="Google Shape;300;p4"/>
          <p:cNvSpPr/>
          <p:nvPr/>
        </p:nvSpPr>
        <p:spPr>
          <a:xfrm>
            <a:off x="4824745" y="6413615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1" name="Google Shape;301;p4"/>
          <p:cNvSpPr/>
          <p:nvPr/>
        </p:nvSpPr>
        <p:spPr>
          <a:xfrm>
            <a:off x="4824745" y="7516297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2" name="Google Shape;302;p4"/>
          <p:cNvSpPr txBox="1"/>
          <p:nvPr/>
        </p:nvSpPr>
        <p:spPr>
          <a:xfrm>
            <a:off x="5720893" y="5677738"/>
            <a:ext cx="792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3. Presentación de los Estudiantes                                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3" name="Google Shape;303;p4"/>
          <p:cNvSpPr txBox="1"/>
          <p:nvPr/>
        </p:nvSpPr>
        <p:spPr>
          <a:xfrm>
            <a:off x="5682599" y="6710914"/>
            <a:ext cx="592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4.  Censo de Horarios de Calificación                          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4" name="Google Shape;304;p4"/>
          <p:cNvSpPr txBox="1"/>
          <p:nvPr/>
        </p:nvSpPr>
        <p:spPr>
          <a:xfrm>
            <a:off x="5720892" y="7744063"/>
            <a:ext cx="805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5. Programa del Curso                 					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5" name="Google Shape;305;p4"/>
          <p:cNvSpPr txBox="1"/>
          <p:nvPr/>
        </p:nvSpPr>
        <p:spPr>
          <a:xfrm>
            <a:off x="5307667" y="8717000"/>
            <a:ext cx="805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6. Evaluación de Conocimientos del Curso Actual                                  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6" name="Google Shape;306;p4"/>
          <p:cNvSpPr txBox="1"/>
          <p:nvPr/>
        </p:nvSpPr>
        <p:spPr>
          <a:xfrm>
            <a:off x="4618192" y="9689925"/>
            <a:ext cx="805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7. Tarea de fortalecimiento académico                                 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7" name="Google Shape;307;p4"/>
          <p:cNvSpPr/>
          <p:nvPr/>
        </p:nvSpPr>
        <p:spPr>
          <a:xfrm>
            <a:off x="4824745" y="8444722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8" name="Google Shape;308;p4"/>
          <p:cNvSpPr/>
          <p:nvPr/>
        </p:nvSpPr>
        <p:spPr>
          <a:xfrm>
            <a:off x="4875920" y="9462172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6"/>
          <p:cNvSpPr txBox="1"/>
          <p:nvPr/>
        </p:nvSpPr>
        <p:spPr>
          <a:xfrm>
            <a:off x="489650" y="731175"/>
            <a:ext cx="114669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1. Presentación del tutor</a:t>
            </a:r>
            <a:endParaRPr b="1" i="0" sz="5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t/>
            </a:r>
            <a:endParaRPr b="1" i="0" sz="5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4" name="Google Shape;314;p6"/>
          <p:cNvSpPr txBox="1"/>
          <p:nvPr/>
        </p:nvSpPr>
        <p:spPr>
          <a:xfrm>
            <a:off x="1407025" y="2665075"/>
            <a:ext cx="9243600" cy="53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latin typeface="Open Sans"/>
                <a:ea typeface="Open Sans"/>
                <a:cs typeface="Open Sans"/>
                <a:sym typeface="Open Sans"/>
              </a:rPr>
              <a:t>Tuto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latin typeface="Open Sans"/>
                <a:ea typeface="Open Sans"/>
                <a:cs typeface="Open Sans"/>
                <a:sym typeface="Open Sans"/>
              </a:rPr>
              <a:t>Javier Bonilla</a:t>
            </a:r>
            <a:endParaRPr b="1" sz="4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0124D"/>
                </a:solidFill>
                <a:latin typeface="Open Sans"/>
                <a:ea typeface="Open Sans"/>
                <a:cs typeface="Open Sans"/>
                <a:sym typeface="Open Sans"/>
              </a:rPr>
              <a:t>Fullstack developer | CiberSeguridad | Linux administrator | 9no Semestre</a:t>
            </a:r>
            <a:endParaRPr b="1" sz="2400">
              <a:solidFill>
                <a:srgbClr val="20124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Open Sans"/>
                <a:ea typeface="Open Sans"/>
                <a:cs typeface="Open Sans"/>
                <a:sym typeface="Open Sans"/>
              </a:rPr>
              <a:t>Experiencia en desarrollo de </a:t>
            </a:r>
            <a:r>
              <a:rPr b="1" lang="en-US" sz="2400">
                <a:latin typeface="Open Sans"/>
                <a:ea typeface="Open Sans"/>
                <a:cs typeface="Open Sans"/>
                <a:sym typeface="Open Sans"/>
              </a:rPr>
              <a:t>páginas</a:t>
            </a:r>
            <a:r>
              <a:rPr b="1" lang="en-US" sz="2400">
                <a:latin typeface="Open Sans"/>
                <a:ea typeface="Open Sans"/>
                <a:cs typeface="Open Sans"/>
                <a:sym typeface="Open Sans"/>
              </a:rPr>
              <a:t> web tanto en backend, frontend y DB | </a:t>
            </a:r>
            <a:r>
              <a:rPr b="1" lang="en-US" sz="2400">
                <a:latin typeface="Open Sans"/>
                <a:ea typeface="Open Sans"/>
                <a:cs typeface="Open Sans"/>
                <a:sym typeface="Open Sans"/>
              </a:rPr>
              <a:t>Administración</a:t>
            </a:r>
            <a:r>
              <a:rPr b="1" lang="en-US" sz="2400">
                <a:latin typeface="Open Sans"/>
                <a:ea typeface="Open Sans"/>
                <a:cs typeface="Open Sans"/>
                <a:sym typeface="Open Sans"/>
              </a:rPr>
              <a:t> de sistemas Linux </a:t>
            </a:r>
            <a:r>
              <a:rPr b="1" lang="en-US" sz="2400">
                <a:latin typeface="Open Sans"/>
                <a:ea typeface="Open Sans"/>
                <a:cs typeface="Open Sans"/>
                <a:sym typeface="Open Sans"/>
              </a:rPr>
              <a:t>RHEL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latin typeface="Open Sans"/>
                <a:ea typeface="Open Sans"/>
                <a:cs typeface="Open Sans"/>
                <a:sym typeface="Open Sans"/>
              </a:rPr>
              <a:t>http://www.linkedin.com/in/jos%C3%A9-javier-bonilla-salazar-77165121a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5" name="Google Shape;315;p6"/>
          <p:cNvSpPr txBox="1"/>
          <p:nvPr/>
        </p:nvSpPr>
        <p:spPr>
          <a:xfrm>
            <a:off x="11427000" y="6863975"/>
            <a:ext cx="52815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latin typeface="Open Sans"/>
                <a:ea typeface="Open Sans"/>
                <a:cs typeface="Open Sans"/>
                <a:sym typeface="Open Sans"/>
              </a:rPr>
              <a:t>Trabajo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latin typeface="Open Sans"/>
                <a:ea typeface="Open Sans"/>
                <a:cs typeface="Open Sans"/>
                <a:sym typeface="Open Sans"/>
              </a:rPr>
              <a:t>ITM 8 meses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7"/>
          <p:cNvSpPr txBox="1"/>
          <p:nvPr/>
        </p:nvSpPr>
        <p:spPr>
          <a:xfrm>
            <a:off x="2042550" y="1118800"/>
            <a:ext cx="142029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2. Evaluación de Conocimientos Previos                             </a:t>
            </a:r>
            <a:endParaRPr b="1" i="0" sz="56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1" name="Google Shape;321;p7"/>
          <p:cNvSpPr txBox="1"/>
          <p:nvPr>
            <p:ph type="title"/>
          </p:nvPr>
        </p:nvSpPr>
        <p:spPr>
          <a:xfrm>
            <a:off x="898650" y="2870375"/>
            <a:ext cx="9029700" cy="66990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https://wayground.com/join?gc=281053&amp;source=liveDashboard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Codigo: 281053</a:t>
            </a:r>
            <a:endParaRPr b="0"/>
          </a:p>
        </p:txBody>
      </p:sp>
      <p:pic>
        <p:nvPicPr>
          <p:cNvPr id="322" name="Google Shape;32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88675" y="3429000"/>
            <a:ext cx="5342925" cy="514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d75b4d7ed6_0_12"/>
          <p:cNvSpPr txBox="1"/>
          <p:nvPr/>
        </p:nvSpPr>
        <p:spPr>
          <a:xfrm>
            <a:off x="489650" y="596275"/>
            <a:ext cx="175884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3. Presentación de los Estudiantes </a:t>
            </a:r>
            <a:endParaRPr b="1" i="0" sz="5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t/>
            </a:r>
            <a:endParaRPr b="1" i="0" sz="5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8" name="Google Shape;328;g3d75b4d7ed6_0_12"/>
          <p:cNvSpPr txBox="1"/>
          <p:nvPr/>
        </p:nvSpPr>
        <p:spPr>
          <a:xfrm>
            <a:off x="1407021" y="2522705"/>
            <a:ext cx="6792300" cy="29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latin typeface="Open Sans"/>
                <a:ea typeface="Open Sans"/>
                <a:cs typeface="Open Sans"/>
                <a:sym typeface="Open Sans"/>
              </a:rPr>
              <a:t>Presentacion de 5 estudiandes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SzPts val="2400"/>
              <a:buFont typeface="Open Sans"/>
              <a:buAutoNum type="arabicPeriod"/>
            </a:pPr>
            <a:r>
              <a:rPr b="1" lang="en-US" sz="2400">
                <a:latin typeface="Open Sans"/>
                <a:ea typeface="Open Sans"/>
                <a:cs typeface="Open Sans"/>
                <a:sym typeface="Open Sans"/>
              </a:rPr>
              <a:t>Nombre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SzPts val="2400"/>
              <a:buFont typeface="Open Sans"/>
              <a:buAutoNum type="arabicPeriod"/>
            </a:pPr>
            <a:r>
              <a:rPr b="1" lang="en-US" sz="2400">
                <a:latin typeface="Open Sans"/>
                <a:ea typeface="Open Sans"/>
                <a:cs typeface="Open Sans"/>
                <a:sym typeface="Open Sans"/>
              </a:rPr>
              <a:t>Que esperan del curso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SzPts val="2400"/>
              <a:buFont typeface="Open Sans"/>
              <a:buAutoNum type="arabicPeriod"/>
            </a:pPr>
            <a:r>
              <a:rPr b="1" lang="en-US" sz="2400">
                <a:latin typeface="Open Sans"/>
                <a:ea typeface="Open Sans"/>
                <a:cs typeface="Open Sans"/>
                <a:sym typeface="Open Sans"/>
              </a:rPr>
              <a:t>Hobbies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SzPts val="2400"/>
              <a:buFont typeface="Open Sans"/>
              <a:buAutoNum type="arabicPeriod"/>
            </a:pPr>
            <a:r>
              <a:rPr b="1" lang="en-US" sz="2400">
                <a:latin typeface="Open Sans"/>
                <a:ea typeface="Open Sans"/>
                <a:cs typeface="Open Sans"/>
                <a:sym typeface="Open Sans"/>
              </a:rPr>
              <a:t>A que se dedican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29" name="Google Shape;329;g3d75b4d7ed6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79300" y="5290430"/>
            <a:ext cx="5715000" cy="426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d75b4d7ed6_0_21"/>
          <p:cNvSpPr txBox="1"/>
          <p:nvPr/>
        </p:nvSpPr>
        <p:spPr>
          <a:xfrm>
            <a:off x="489650" y="596275"/>
            <a:ext cx="16070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4.  Senso de Horarios de Calificación                          </a:t>
            </a:r>
            <a:endParaRPr b="1" i="0" sz="5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5" name="Google Shape;335;g3d75b4d7ed6_0_21"/>
          <p:cNvSpPr txBox="1"/>
          <p:nvPr/>
        </p:nvSpPr>
        <p:spPr>
          <a:xfrm>
            <a:off x="1407021" y="2522705"/>
            <a:ext cx="679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Horarios tentativos de calificación.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6" name="Google Shape;336;g3d75b4d7ed6_0_21"/>
          <p:cNvSpPr txBox="1"/>
          <p:nvPr>
            <p:ph type="title"/>
          </p:nvPr>
        </p:nvSpPr>
        <p:spPr>
          <a:xfrm>
            <a:off x="1648000" y="1527200"/>
            <a:ext cx="11715600" cy="7146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-685800" lvl="0" marL="457200" rtl="0" algn="l">
              <a:spcBef>
                <a:spcPts val="0"/>
              </a:spcBef>
              <a:spcAft>
                <a:spcPts val="0"/>
              </a:spcAft>
              <a:buSzPts val="7200"/>
              <a:buAutoNum type="arabicPeriod"/>
            </a:pPr>
            <a:r>
              <a:rPr lang="en-US"/>
              <a:t>Sabado: 7:00 am - 2:00pm</a:t>
            </a:r>
            <a:endParaRPr/>
          </a:p>
        </p:txBody>
      </p:sp>
      <p:pic>
        <p:nvPicPr>
          <p:cNvPr descr="/Users/abdielo/dev/cococys/diagnostico_assets/image8.png" id="337" name="Google Shape;337;g3d75b4d7ed6_0_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63326" y="1794874"/>
            <a:ext cx="5549125" cy="5549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d75b4d7ed6_0_30"/>
          <p:cNvSpPr txBox="1"/>
          <p:nvPr/>
        </p:nvSpPr>
        <p:spPr>
          <a:xfrm>
            <a:off x="489650" y="596275"/>
            <a:ext cx="114669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5. Programa del Curso </a:t>
            </a:r>
            <a:endParaRPr b="1" i="0" sz="5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t/>
            </a:r>
            <a:endParaRPr b="1" i="0" sz="5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3" name="Google Shape;343;g3d75b4d7ed6_0_30"/>
          <p:cNvSpPr txBox="1"/>
          <p:nvPr/>
        </p:nvSpPr>
        <p:spPr>
          <a:xfrm>
            <a:off x="1407021" y="2522705"/>
            <a:ext cx="679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Presentación del programa del curso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44" name="Google Shape;344;g3d75b4d7ed6_0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06700" y="4444951"/>
            <a:ext cx="5365100" cy="5322025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g3d75b4d7ed6_0_30"/>
          <p:cNvSpPr txBox="1"/>
          <p:nvPr/>
        </p:nvSpPr>
        <p:spPr>
          <a:xfrm>
            <a:off x="1407021" y="3429005"/>
            <a:ext cx="6792300" cy="24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60350" lvl="0" marL="17780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640"/>
              <a:buChar char="•"/>
            </a:pPr>
            <a:r>
              <a:rPr lang="en-US" sz="2640">
                <a:solidFill>
                  <a:srgbClr val="0A0A0A"/>
                </a:solidFill>
              </a:rPr>
              <a:t>Objetivos del curso y resultados esperados</a:t>
            </a:r>
            <a:endParaRPr sz="2640"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17780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640"/>
              <a:buChar char="•"/>
            </a:pPr>
            <a:r>
              <a:rPr lang="en-US" sz="2640">
                <a:solidFill>
                  <a:srgbClr val="0A0A0A"/>
                </a:solidFill>
              </a:rPr>
              <a:t>Metodología de trabajo y sesiones semanales</a:t>
            </a:r>
            <a:endParaRPr sz="2640"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17780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640"/>
              <a:buChar char="•"/>
            </a:pPr>
            <a:r>
              <a:rPr lang="en-US" sz="2640">
                <a:solidFill>
                  <a:srgbClr val="0A0A0A"/>
                </a:solidFill>
              </a:rPr>
              <a:t>Evaluaciones, entregables y criterios de calificación</a:t>
            </a:r>
            <a:endParaRPr sz="2640"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17780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640"/>
              <a:buChar char="•"/>
            </a:pPr>
            <a:r>
              <a:rPr lang="en-US" sz="2640">
                <a:solidFill>
                  <a:srgbClr val="0A0A0A"/>
                </a:solidFill>
              </a:rPr>
              <a:t>Recursos de apoyo y espacios de consulta</a:t>
            </a:r>
            <a:endParaRPr b="1" sz="37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d75b4d7ed6_0_39"/>
          <p:cNvSpPr txBox="1"/>
          <p:nvPr/>
        </p:nvSpPr>
        <p:spPr>
          <a:xfrm>
            <a:off x="3410550" y="969200"/>
            <a:ext cx="11466900" cy="20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56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6. Evaluación de Conocimientos del Curso Actual                                  </a:t>
            </a:r>
            <a:endParaRPr b="1" i="0" sz="56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1" name="Google Shape;351;g3d75b4d7ed6_0_39"/>
          <p:cNvSpPr txBox="1"/>
          <p:nvPr>
            <p:ph type="title"/>
          </p:nvPr>
        </p:nvSpPr>
        <p:spPr>
          <a:xfrm>
            <a:off x="898650" y="2870375"/>
            <a:ext cx="9029700" cy="66990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https://wayground.com/join?gc=36030793&amp;source=liveDashboard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Codigo: 36030793</a:t>
            </a:r>
            <a:endParaRPr b="0"/>
          </a:p>
        </p:txBody>
      </p:sp>
      <p:pic>
        <p:nvPicPr>
          <p:cNvPr id="352" name="Google Shape;352;g3d75b4d7ed6_0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54475" y="3657815"/>
            <a:ext cx="5259250" cy="512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d75b4d7ed6_1_10"/>
          <p:cNvSpPr txBox="1"/>
          <p:nvPr/>
        </p:nvSpPr>
        <p:spPr>
          <a:xfrm>
            <a:off x="489650" y="596275"/>
            <a:ext cx="182880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7. Tarea de fortalecimiento académico </a:t>
            </a:r>
            <a:endParaRPr b="1" i="0" sz="5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t/>
            </a:r>
            <a:endParaRPr b="1" i="0" sz="5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8" name="Google Shape;358;g3d75b4d7ed6_1_10"/>
          <p:cNvSpPr txBox="1"/>
          <p:nvPr>
            <p:ph type="ctrTitle"/>
          </p:nvPr>
        </p:nvSpPr>
        <p:spPr>
          <a:xfrm>
            <a:off x="1648000" y="3227625"/>
            <a:ext cx="12890100" cy="37458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Como instalar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https://youtu.be/UFHso6ELDIA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Curso rapid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https://youtu.be/axHut2e84fc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9" name="Google Shape;359;g3d75b4d7ed6_1_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855975" y="6366875"/>
            <a:ext cx="3304100" cy="392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4"/>
          <p:cNvSpPr/>
          <p:nvPr/>
        </p:nvSpPr>
        <p:spPr>
          <a:xfrm>
            <a:off x="3861682" y="595298"/>
            <a:ext cx="10564636" cy="8663002"/>
          </a:xfrm>
          <a:custGeom>
            <a:rect b="b" l="l" r="r" t="t"/>
            <a:pathLst>
              <a:path extrusionOk="0" h="8663002" w="10564636">
                <a:moveTo>
                  <a:pt x="0" y="0"/>
                </a:moveTo>
                <a:lnTo>
                  <a:pt x="10564636" y="0"/>
                </a:lnTo>
                <a:lnTo>
                  <a:pt x="10564636" y="8663002"/>
                </a:lnTo>
                <a:lnTo>
                  <a:pt x="0" y="8663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5"/>
          <p:cNvSpPr/>
          <p:nvPr/>
        </p:nvSpPr>
        <p:spPr>
          <a:xfrm>
            <a:off x="915620" y="118050"/>
            <a:ext cx="16659109" cy="10287000"/>
          </a:xfrm>
          <a:custGeom>
            <a:rect b="b" l="l" r="r" t="t"/>
            <a:pathLst>
              <a:path extrusionOk="0" h="10287000" w="16659109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