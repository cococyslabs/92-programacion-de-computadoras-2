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Open Sans" charset="1" panose="00000000000000000000"/>
      <p:regular r:id="rId29"/>
    </p:embeddedFont>
    <p:embeddedFont>
      <p:font typeface="Calibri (MS) Bold" charset="1" panose="020F0702030404030204"/>
      <p:regular r:id="rId30"/>
    </p:embeddedFont>
    <p:embeddedFont>
      <p:font typeface="Poppins Bold" charset="1" panose="00000800000000000000"/>
      <p:regular r:id="rId31"/>
    </p:embeddedFont>
    <p:embeddedFont>
      <p:font typeface="Poppins" charset="1" panose="00000500000000000000"/>
      <p:regular r:id="rId32"/>
    </p:embeddedFont>
    <p:embeddedFont>
      <p:font typeface="Lato" charset="1" panose="020F0502020204030203"/>
      <p:regular r:id="rId33"/>
    </p:embeddedFont>
    <p:embeddedFont>
      <p:font typeface="Lato Bold" charset="1" panose="020F0502020204030203"/>
      <p:regular r:id="rId34"/>
    </p:embeddedFont>
    <p:embeddedFont>
      <p:font typeface="Impact" charset="1" panose="020B0806030902050204"/>
      <p:regular r:id="rId35"/>
    </p:embeddedFont>
    <p:embeddedFont>
      <p:font typeface="Arial Bold" charset="1" panose="020B0704020202020204"/>
      <p:regular r:id="rId36"/>
    </p:embeddedFont>
    <p:embeddedFont>
      <p:font typeface="Arial" charset="1" panose="020B0604020202020204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8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9.jpe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0.jpe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8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2.jpe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3.jpeg" Type="http://schemas.openxmlformats.org/officeDocument/2006/relationships/image"/><Relationship Id="rId6" Target="../media/image2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8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9.jpeg" Type="http://schemas.openxmlformats.org/officeDocument/2006/relationships/image"/><Relationship Id="rId6" Target="../media/image30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31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34.jpeg" Type="http://schemas.openxmlformats.org/officeDocument/2006/relationships/image"/><Relationship Id="rId6" Target="../media/VAEb3sPI66o.mp4" Type="http://schemas.openxmlformats.org/officeDocument/2006/relationships/video"/><Relationship Id="rId7" Target="../media/VAEb3sPI66o.mp4" Type="http://schemas.microsoft.com/office/2007/relationships/media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22664" y="4712989"/>
            <a:ext cx="10278628" cy="861022"/>
          </a:xfrm>
          <a:custGeom>
            <a:avLst/>
            <a:gdLst/>
            <a:ahLst/>
            <a:cxnLst/>
            <a:rect r="r" b="b" t="t" l="l"/>
            <a:pathLst>
              <a:path h="861022" w="10278628">
                <a:moveTo>
                  <a:pt x="0" y="0"/>
                </a:moveTo>
                <a:lnTo>
                  <a:pt x="10278627" y="0"/>
                </a:lnTo>
                <a:lnTo>
                  <a:pt x="10278627" y="861022"/>
                </a:lnTo>
                <a:lnTo>
                  <a:pt x="0" y="8610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29784" y="5920416"/>
            <a:ext cx="7501528" cy="861022"/>
          </a:xfrm>
          <a:custGeom>
            <a:avLst/>
            <a:gdLst/>
            <a:ahLst/>
            <a:cxnLst/>
            <a:rect r="r" b="b" t="t" l="l"/>
            <a:pathLst>
              <a:path h="861022" w="7501528">
                <a:moveTo>
                  <a:pt x="0" y="0"/>
                </a:moveTo>
                <a:lnTo>
                  <a:pt x="7501528" y="0"/>
                </a:lnTo>
                <a:lnTo>
                  <a:pt x="7501528" y="861022"/>
                </a:lnTo>
                <a:lnTo>
                  <a:pt x="0" y="8610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3616890" y="1921424"/>
          <a:ext cx="4459055" cy="1621436"/>
        </p:xfrm>
        <a:graphic>
          <a:graphicData uri="http://schemas.openxmlformats.org/drawingml/2006/table">
            <a:tbl>
              <a:tblPr/>
              <a:tblGrid>
                <a:gridCol w="2708947"/>
              </a:tblGrid>
              <a:tr h="8095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07/04/2026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</a:tr>
              <a:tr h="8118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12:25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4996461" y="6050572"/>
            <a:ext cx="4670907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Julio Alfredo Fernández Rodríguez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52115" y="4787582"/>
            <a:ext cx="5521098" cy="58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b="true" sz="30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Programacion de computadoras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51837" y="289333"/>
            <a:ext cx="12112509" cy="8707633"/>
          </a:xfrm>
          <a:custGeom>
            <a:avLst/>
            <a:gdLst/>
            <a:ahLst/>
            <a:cxnLst/>
            <a:rect r="r" b="b" t="t" l="l"/>
            <a:pathLst>
              <a:path h="8707633" w="12112509">
                <a:moveTo>
                  <a:pt x="0" y="0"/>
                </a:moveTo>
                <a:lnTo>
                  <a:pt x="12112509" y="0"/>
                </a:lnTo>
                <a:lnTo>
                  <a:pt x="12112509" y="8707633"/>
                </a:lnTo>
                <a:lnTo>
                  <a:pt x="0" y="8707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1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28665" y="2413563"/>
            <a:ext cx="11411477" cy="4222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59"/>
              </a:lnSpc>
            </a:pPr>
            <a:r>
              <a:rPr lang="en-US" sz="14508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CLASE 10</a:t>
            </a:r>
          </a:p>
          <a:p>
            <a:pPr algn="l">
              <a:lnSpc>
                <a:spcPts val="15959"/>
              </a:lnSpc>
            </a:pPr>
            <a:r>
              <a:rPr lang="en-US" sz="14508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UNIDAD 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8665" y="6833868"/>
            <a:ext cx="9200691" cy="281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E5E1DA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Programación de Computadoras 2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Escuela de Ingeniería de Ciencias y Sistemas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Facultad de Ingeniería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Universidad San Carlos de Guatemala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542318">
            <a:off x="12037037" y="-954371"/>
            <a:ext cx="7674102" cy="8229600"/>
          </a:xfrm>
          <a:custGeom>
            <a:avLst/>
            <a:gdLst/>
            <a:ahLst/>
            <a:cxnLst/>
            <a:rect r="r" b="b" t="t" l="l"/>
            <a:pathLst>
              <a:path h="8229600" w="7674102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5985" y="3328464"/>
            <a:ext cx="15148103" cy="6232551"/>
            <a:chOff x="0" y="0"/>
            <a:chExt cx="3989624" cy="16414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89624" cy="1641495"/>
            </a:xfrm>
            <a:custGeom>
              <a:avLst/>
              <a:gdLst/>
              <a:ahLst/>
              <a:cxnLst/>
              <a:rect r="r" b="b" t="t" l="l"/>
              <a:pathLst>
                <a:path h="1641495" w="3989624">
                  <a:moveTo>
                    <a:pt x="10222" y="0"/>
                  </a:moveTo>
                  <a:lnTo>
                    <a:pt x="3979402" y="0"/>
                  </a:lnTo>
                  <a:cubicBezTo>
                    <a:pt x="3982113" y="0"/>
                    <a:pt x="3984713" y="1077"/>
                    <a:pt x="3986630" y="2994"/>
                  </a:cubicBezTo>
                  <a:cubicBezTo>
                    <a:pt x="3988546" y="4911"/>
                    <a:pt x="3989624" y="7511"/>
                    <a:pt x="3989624" y="10222"/>
                  </a:cubicBezTo>
                  <a:lnTo>
                    <a:pt x="3989624" y="1631273"/>
                  </a:lnTo>
                  <a:cubicBezTo>
                    <a:pt x="3989624" y="1633984"/>
                    <a:pt x="3988546" y="1636584"/>
                    <a:pt x="3986630" y="1638501"/>
                  </a:cubicBezTo>
                  <a:cubicBezTo>
                    <a:pt x="3984713" y="1640418"/>
                    <a:pt x="3982113" y="1641495"/>
                    <a:pt x="3979402" y="1641495"/>
                  </a:cubicBezTo>
                  <a:lnTo>
                    <a:pt x="10222" y="1641495"/>
                  </a:lnTo>
                  <a:cubicBezTo>
                    <a:pt x="7511" y="1641495"/>
                    <a:pt x="4911" y="1640418"/>
                    <a:pt x="2994" y="1638501"/>
                  </a:cubicBezTo>
                  <a:cubicBezTo>
                    <a:pt x="1077" y="1636584"/>
                    <a:pt x="0" y="1633984"/>
                    <a:pt x="0" y="1631273"/>
                  </a:cubicBezTo>
                  <a:lnTo>
                    <a:pt x="0" y="10222"/>
                  </a:lnTo>
                  <a:cubicBezTo>
                    <a:pt x="0" y="7511"/>
                    <a:pt x="1077" y="4911"/>
                    <a:pt x="2994" y="2994"/>
                  </a:cubicBezTo>
                  <a:cubicBezTo>
                    <a:pt x="4911" y="1077"/>
                    <a:pt x="7511" y="0"/>
                    <a:pt x="10222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989624" cy="1679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2147874" y="7962921"/>
            <a:ext cx="5747719" cy="3384081"/>
          </a:xfrm>
          <a:custGeom>
            <a:avLst/>
            <a:gdLst/>
            <a:ahLst/>
            <a:cxnLst/>
            <a:rect r="r" b="b" t="t" l="l"/>
            <a:pathLst>
              <a:path h="3384081" w="5747719">
                <a:moveTo>
                  <a:pt x="0" y="0"/>
                </a:moveTo>
                <a:lnTo>
                  <a:pt x="5747719" y="0"/>
                </a:lnTo>
                <a:lnTo>
                  <a:pt x="5747719" y="3384080"/>
                </a:lnTo>
                <a:lnTo>
                  <a:pt x="0" y="338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302" t="0" r="0" b="-14318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77667" y="1839074"/>
            <a:ext cx="896420" cy="896420"/>
          </a:xfrm>
          <a:custGeom>
            <a:avLst/>
            <a:gdLst/>
            <a:ahLst/>
            <a:cxnLst/>
            <a:rect r="r" b="b" t="t" l="l"/>
            <a:pathLst>
              <a:path h="896420" w="896420">
                <a:moveTo>
                  <a:pt x="0" y="0"/>
                </a:moveTo>
                <a:lnTo>
                  <a:pt x="896421" y="0"/>
                </a:lnTo>
                <a:lnTo>
                  <a:pt x="896421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79413" y="3740861"/>
            <a:ext cx="4381416" cy="2891734"/>
          </a:xfrm>
          <a:custGeom>
            <a:avLst/>
            <a:gdLst/>
            <a:ahLst/>
            <a:cxnLst/>
            <a:rect r="r" b="b" t="t" l="l"/>
            <a:pathLst>
              <a:path h="2891734" w="4381416">
                <a:moveTo>
                  <a:pt x="0" y="0"/>
                </a:moveTo>
                <a:lnTo>
                  <a:pt x="4381415" y="0"/>
                </a:lnTo>
                <a:lnTo>
                  <a:pt x="4381415" y="2891734"/>
                </a:lnTo>
                <a:lnTo>
                  <a:pt x="0" y="28917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25985" y="1953689"/>
            <a:ext cx="7273915" cy="105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69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AGENDA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24052" y="3934895"/>
            <a:ext cx="544164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Repaso obtener datos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525526" y="3934895"/>
            <a:ext cx="44455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24052" y="5073670"/>
            <a:ext cx="544164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Registrar nuevos datos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525526" y="5073670"/>
            <a:ext cx="44455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25526" y="6210320"/>
            <a:ext cx="44455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24052" y="6178570"/>
            <a:ext cx="544164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Modificar datos existentes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525526" y="7346970"/>
            <a:ext cx="44455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24052" y="7315220"/>
            <a:ext cx="544164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Logica ordenamiento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7933163" y="1953689"/>
            <a:ext cx="7273915" cy="105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69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RECURSOS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49299" y="4689475"/>
            <a:ext cx="544164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Videos quicksort y burbuja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8849299" y="5397520"/>
            <a:ext cx="544164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Corto 10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Freeform 21" id="21"/>
          <p:cNvSpPr/>
          <p:nvPr/>
        </p:nvSpPr>
        <p:spPr>
          <a:xfrm flipH="false" flipV="true" rot="-1542318">
            <a:off x="5542362" y="8296074"/>
            <a:ext cx="7674102" cy="8229600"/>
          </a:xfrm>
          <a:custGeom>
            <a:avLst/>
            <a:gdLst/>
            <a:ahLst/>
            <a:cxnLst/>
            <a:rect r="r" b="b" t="t" l="l"/>
            <a:pathLst>
              <a:path h="8229600" w="7674102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83875" y="0"/>
            <a:ext cx="6904125" cy="10287000"/>
            <a:chOff x="0" y="0"/>
            <a:chExt cx="950116" cy="14156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0116" cy="1415652"/>
            </a:xfrm>
            <a:custGeom>
              <a:avLst/>
              <a:gdLst/>
              <a:ahLst/>
              <a:cxnLst/>
              <a:rect r="r" b="b" t="t" l="l"/>
              <a:pathLst>
                <a:path h="1415652" w="950116">
                  <a:moveTo>
                    <a:pt x="0" y="0"/>
                  </a:moveTo>
                  <a:lnTo>
                    <a:pt x="950116" y="0"/>
                  </a:lnTo>
                  <a:lnTo>
                    <a:pt x="950116" y="1415652"/>
                  </a:lnTo>
                  <a:lnTo>
                    <a:pt x="0" y="1415652"/>
                  </a:lnTo>
                  <a:close/>
                </a:path>
              </a:pathLst>
            </a:custGeom>
            <a:blipFill>
              <a:blip r:embed="rId2"/>
              <a:stretch>
                <a:fillRect l="0" t="-9244" r="-8446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482999"/>
            <a:ext cx="12577332" cy="8137251"/>
            <a:chOff x="0" y="0"/>
            <a:chExt cx="3312548" cy="2143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12549" cy="2143144"/>
            </a:xfrm>
            <a:custGeom>
              <a:avLst/>
              <a:gdLst/>
              <a:ahLst/>
              <a:cxnLst/>
              <a:rect r="r" b="b" t="t" l="l"/>
              <a:pathLst>
                <a:path h="2143144" w="3312549">
                  <a:moveTo>
                    <a:pt x="12311" y="0"/>
                  </a:moveTo>
                  <a:lnTo>
                    <a:pt x="3300238" y="0"/>
                  </a:lnTo>
                  <a:cubicBezTo>
                    <a:pt x="3307037" y="0"/>
                    <a:pt x="3312549" y="5512"/>
                    <a:pt x="3312549" y="12311"/>
                  </a:cubicBezTo>
                  <a:lnTo>
                    <a:pt x="3312549" y="2130834"/>
                  </a:lnTo>
                  <a:cubicBezTo>
                    <a:pt x="3312549" y="2134099"/>
                    <a:pt x="3311251" y="2137230"/>
                    <a:pt x="3308943" y="2139539"/>
                  </a:cubicBezTo>
                  <a:cubicBezTo>
                    <a:pt x="3306634" y="2141847"/>
                    <a:pt x="3303503" y="2143144"/>
                    <a:pt x="3300238" y="2143144"/>
                  </a:cubicBezTo>
                  <a:lnTo>
                    <a:pt x="12311" y="2143144"/>
                  </a:lnTo>
                  <a:cubicBezTo>
                    <a:pt x="9046" y="2143144"/>
                    <a:pt x="5915" y="2141847"/>
                    <a:pt x="3606" y="2139539"/>
                  </a:cubicBezTo>
                  <a:cubicBezTo>
                    <a:pt x="1297" y="2137230"/>
                    <a:pt x="0" y="2134099"/>
                    <a:pt x="0" y="2130834"/>
                  </a:cubicBezTo>
                  <a:lnTo>
                    <a:pt x="0" y="12311"/>
                  </a:lnTo>
                  <a:cubicBezTo>
                    <a:pt x="0" y="9046"/>
                    <a:pt x="1297" y="5915"/>
                    <a:pt x="3606" y="3606"/>
                  </a:cubicBezTo>
                  <a:cubicBezTo>
                    <a:pt x="5915" y="1297"/>
                    <a:pt x="9046" y="0"/>
                    <a:pt x="12311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12548" cy="2181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6626729">
            <a:off x="-8130685" y="1817905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12631" y="378290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044304" y="6955960"/>
            <a:ext cx="2381621" cy="3028377"/>
          </a:xfrm>
          <a:custGeom>
            <a:avLst/>
            <a:gdLst/>
            <a:ahLst/>
            <a:cxnLst/>
            <a:rect r="r" b="b" t="t" l="l"/>
            <a:pathLst>
              <a:path h="3028377" w="2381621">
                <a:moveTo>
                  <a:pt x="0" y="0"/>
                </a:moveTo>
                <a:lnTo>
                  <a:pt x="2381622" y="0"/>
                </a:lnTo>
                <a:lnTo>
                  <a:pt x="2381622" y="3028377"/>
                </a:lnTo>
                <a:lnTo>
                  <a:pt x="0" y="30283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83564" y="4395060"/>
            <a:ext cx="9267604" cy="311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Para realizar consultas sobre las tablas de las bases de datos disponemos de la instrucción SELECT. Con ella podemos consultar una o varias tablas. Es el comando más versátil del lenguaje SQL. </a:t>
            </a:r>
          </a:p>
          <a:p>
            <a:pPr algn="just">
              <a:lnSpc>
                <a:spcPts val="3080"/>
              </a:lnSpc>
            </a:pPr>
          </a:p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Existen muchas cláusulas asociadas a la sentencia SELECT (GROUP BY, ORDER, HAVING, UNION).</a:t>
            </a:r>
          </a:p>
          <a:p>
            <a:pPr algn="just">
              <a:lnSpc>
                <a:spcPts val="3080"/>
              </a:lnSpc>
            </a:pPr>
          </a:p>
          <a:p>
            <a:pPr algn="just">
              <a:lnSpc>
                <a:spcPts val="308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339023" y="2285225"/>
            <a:ext cx="8043479" cy="279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CONSULTA DE DATOS</a:t>
            </a:r>
          </a:p>
          <a:p>
            <a:pPr algn="l">
              <a:lnSpc>
                <a:spcPts val="715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116894" y="-328376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410612">
            <a:off x="15236894" y="3514366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08890" y="703495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703495"/>
            <a:ext cx="15338748" cy="650410"/>
            <a:chOff x="0" y="0"/>
            <a:chExt cx="4039835" cy="1713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39835" cy="171301"/>
            </a:xfrm>
            <a:custGeom>
              <a:avLst/>
              <a:gdLst/>
              <a:ahLst/>
              <a:cxnLst/>
              <a:rect r="r" b="b" t="t" l="l"/>
              <a:pathLst>
                <a:path h="171301" w="4039835">
                  <a:moveTo>
                    <a:pt x="30284" y="0"/>
                  </a:moveTo>
                  <a:lnTo>
                    <a:pt x="4009551" y="0"/>
                  </a:lnTo>
                  <a:cubicBezTo>
                    <a:pt x="4026276" y="0"/>
                    <a:pt x="4039835" y="13559"/>
                    <a:pt x="4039835" y="30284"/>
                  </a:cubicBezTo>
                  <a:lnTo>
                    <a:pt x="4039835" y="141018"/>
                  </a:lnTo>
                  <a:cubicBezTo>
                    <a:pt x="4039835" y="157743"/>
                    <a:pt x="4026276" y="171301"/>
                    <a:pt x="4009551" y="171301"/>
                  </a:cubicBezTo>
                  <a:lnTo>
                    <a:pt x="30284" y="171301"/>
                  </a:lnTo>
                  <a:cubicBezTo>
                    <a:pt x="13559" y="171301"/>
                    <a:pt x="0" y="157743"/>
                    <a:pt x="0" y="141018"/>
                  </a:cubicBezTo>
                  <a:lnTo>
                    <a:pt x="0" y="30284"/>
                  </a:lnTo>
                  <a:cubicBezTo>
                    <a:pt x="0" y="13559"/>
                    <a:pt x="13559" y="0"/>
                    <a:pt x="30284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39835" cy="20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30316" y="4813609"/>
            <a:ext cx="14735516" cy="2220949"/>
          </a:xfrm>
          <a:custGeom>
            <a:avLst/>
            <a:gdLst/>
            <a:ahLst/>
            <a:cxnLst/>
            <a:rect r="r" b="b" t="t" l="l"/>
            <a:pathLst>
              <a:path h="2220949" w="14735516">
                <a:moveTo>
                  <a:pt x="0" y="0"/>
                </a:moveTo>
                <a:lnTo>
                  <a:pt x="14735516" y="0"/>
                </a:lnTo>
                <a:lnTo>
                  <a:pt x="14735516" y="2220950"/>
                </a:lnTo>
                <a:lnTo>
                  <a:pt x="0" y="2220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449271" y="3186386"/>
            <a:ext cx="6497605" cy="107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Estructura basica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724891" y="1886016"/>
            <a:ext cx="883821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CONSULTA DE DATOS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116894" y="-328376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410612">
            <a:off x="15236894" y="3514366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08890" y="703495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703495"/>
            <a:ext cx="15338748" cy="650410"/>
            <a:chOff x="0" y="0"/>
            <a:chExt cx="4039835" cy="1713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39835" cy="171301"/>
            </a:xfrm>
            <a:custGeom>
              <a:avLst/>
              <a:gdLst/>
              <a:ahLst/>
              <a:cxnLst/>
              <a:rect r="r" b="b" t="t" l="l"/>
              <a:pathLst>
                <a:path h="171301" w="4039835">
                  <a:moveTo>
                    <a:pt x="30284" y="0"/>
                  </a:moveTo>
                  <a:lnTo>
                    <a:pt x="4009551" y="0"/>
                  </a:lnTo>
                  <a:cubicBezTo>
                    <a:pt x="4026276" y="0"/>
                    <a:pt x="4039835" y="13559"/>
                    <a:pt x="4039835" y="30284"/>
                  </a:cubicBezTo>
                  <a:lnTo>
                    <a:pt x="4039835" y="141018"/>
                  </a:lnTo>
                  <a:cubicBezTo>
                    <a:pt x="4039835" y="157743"/>
                    <a:pt x="4026276" y="171301"/>
                    <a:pt x="4009551" y="171301"/>
                  </a:cubicBezTo>
                  <a:lnTo>
                    <a:pt x="30284" y="171301"/>
                  </a:lnTo>
                  <a:cubicBezTo>
                    <a:pt x="13559" y="171301"/>
                    <a:pt x="0" y="157743"/>
                    <a:pt x="0" y="141018"/>
                  </a:cubicBezTo>
                  <a:lnTo>
                    <a:pt x="0" y="30284"/>
                  </a:lnTo>
                  <a:cubicBezTo>
                    <a:pt x="0" y="13559"/>
                    <a:pt x="13559" y="0"/>
                    <a:pt x="30284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39835" cy="20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449271" y="3186386"/>
            <a:ext cx="6497605" cy="107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Estructura basica: Condiciones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724891" y="1886016"/>
            <a:ext cx="883821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CONSULTA DE DATOS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30031" y="4193496"/>
            <a:ext cx="4473002" cy="4331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&gt;</a:t>
            </a:r>
            <a:r>
              <a:rPr lang="en-US" sz="30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(Mayor)</a:t>
            </a:r>
          </a:p>
          <a:p>
            <a:pPr algn="just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&gt;=</a:t>
            </a:r>
            <a:r>
              <a:rPr lang="en-US" sz="30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(Mayor o igual)</a:t>
            </a:r>
          </a:p>
          <a:p>
            <a:pPr algn="just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&lt;</a:t>
            </a:r>
            <a:r>
              <a:rPr lang="en-US" sz="30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(Menor)</a:t>
            </a:r>
          </a:p>
          <a:p>
            <a:pPr algn="just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&lt;=</a:t>
            </a:r>
            <a:r>
              <a:rPr lang="en-US" sz="30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(Menor o igual)</a:t>
            </a:r>
          </a:p>
          <a:p>
            <a:pPr algn="just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=</a:t>
            </a:r>
            <a:r>
              <a:rPr lang="en-US" sz="30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(Igual)</a:t>
            </a:r>
          </a:p>
          <a:p>
            <a:pPr algn="just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&lt;&gt; o !=</a:t>
            </a:r>
            <a:r>
              <a:rPr lang="en-US" sz="30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(Distinto)</a:t>
            </a:r>
          </a:p>
          <a:p>
            <a:pPr algn="just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IS [NOT] NULL</a:t>
            </a:r>
            <a:r>
              <a:rPr lang="en-US" sz="30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  <a:p>
            <a:pPr algn="just">
              <a:lnSpc>
                <a:spcPts val="433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545438" y="4193496"/>
            <a:ext cx="2802876" cy="378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LIKE</a:t>
            </a:r>
          </a:p>
          <a:p>
            <a:pPr algn="l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BETWEEN</a:t>
            </a:r>
          </a:p>
          <a:p>
            <a:pPr algn="l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IN( )</a:t>
            </a:r>
          </a:p>
          <a:p>
            <a:pPr algn="l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OR</a:t>
            </a:r>
          </a:p>
          <a:p>
            <a:pPr algn="l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AND</a:t>
            </a:r>
          </a:p>
          <a:p>
            <a:pPr algn="l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NOT </a:t>
            </a:r>
          </a:p>
          <a:p>
            <a:pPr algn="l">
              <a:lnSpc>
                <a:spcPts val="433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116894" y="-328376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99774" y="4260171"/>
            <a:ext cx="14367673" cy="4643876"/>
          </a:xfrm>
          <a:custGeom>
            <a:avLst/>
            <a:gdLst/>
            <a:ahLst/>
            <a:cxnLst/>
            <a:rect r="r" b="b" t="t" l="l"/>
            <a:pathLst>
              <a:path h="4643876" w="14367673">
                <a:moveTo>
                  <a:pt x="0" y="0"/>
                </a:moveTo>
                <a:lnTo>
                  <a:pt x="14367674" y="0"/>
                </a:lnTo>
                <a:lnTo>
                  <a:pt x="14367674" y="4643876"/>
                </a:lnTo>
                <a:lnTo>
                  <a:pt x="0" y="46438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410612">
            <a:off x="15115105" y="3287656"/>
            <a:ext cx="9744477" cy="7332521"/>
          </a:xfrm>
          <a:custGeom>
            <a:avLst/>
            <a:gdLst/>
            <a:ahLst/>
            <a:cxnLst/>
            <a:rect r="r" b="b" t="t" l="l"/>
            <a:pathLst>
              <a:path h="7332521" w="9744477">
                <a:moveTo>
                  <a:pt x="0" y="0"/>
                </a:moveTo>
                <a:lnTo>
                  <a:pt x="9744476" y="0"/>
                </a:lnTo>
                <a:lnTo>
                  <a:pt x="9744476" y="7332521"/>
                </a:lnTo>
                <a:lnTo>
                  <a:pt x="0" y="7332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4" t="0" r="-207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08890" y="703495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703495"/>
            <a:ext cx="15338748" cy="650410"/>
            <a:chOff x="0" y="0"/>
            <a:chExt cx="4039835" cy="1713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39835" cy="171301"/>
            </a:xfrm>
            <a:custGeom>
              <a:avLst/>
              <a:gdLst/>
              <a:ahLst/>
              <a:cxnLst/>
              <a:rect r="r" b="b" t="t" l="l"/>
              <a:pathLst>
                <a:path h="171301" w="4039835">
                  <a:moveTo>
                    <a:pt x="30284" y="0"/>
                  </a:moveTo>
                  <a:lnTo>
                    <a:pt x="4009551" y="0"/>
                  </a:lnTo>
                  <a:cubicBezTo>
                    <a:pt x="4026276" y="0"/>
                    <a:pt x="4039835" y="13559"/>
                    <a:pt x="4039835" y="30284"/>
                  </a:cubicBezTo>
                  <a:lnTo>
                    <a:pt x="4039835" y="141018"/>
                  </a:lnTo>
                  <a:cubicBezTo>
                    <a:pt x="4039835" y="157743"/>
                    <a:pt x="4026276" y="171301"/>
                    <a:pt x="4009551" y="171301"/>
                  </a:cubicBezTo>
                  <a:lnTo>
                    <a:pt x="30284" y="171301"/>
                  </a:lnTo>
                  <a:cubicBezTo>
                    <a:pt x="13559" y="171301"/>
                    <a:pt x="0" y="157743"/>
                    <a:pt x="0" y="141018"/>
                  </a:cubicBezTo>
                  <a:lnTo>
                    <a:pt x="0" y="30284"/>
                  </a:lnTo>
                  <a:cubicBezTo>
                    <a:pt x="0" y="13559"/>
                    <a:pt x="13559" y="0"/>
                    <a:pt x="30284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39835" cy="20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449271" y="3186386"/>
            <a:ext cx="6497605" cy="107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Ejemplos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724891" y="1886016"/>
            <a:ext cx="883821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CONSULTA DE DATOS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7410612">
            <a:off x="-3506824" y="9002350"/>
            <a:ext cx="9744477" cy="7332521"/>
          </a:xfrm>
          <a:custGeom>
            <a:avLst/>
            <a:gdLst/>
            <a:ahLst/>
            <a:cxnLst/>
            <a:rect r="r" b="b" t="t" l="l"/>
            <a:pathLst>
              <a:path h="7332521" w="9744477">
                <a:moveTo>
                  <a:pt x="0" y="0"/>
                </a:moveTo>
                <a:lnTo>
                  <a:pt x="9744477" y="0"/>
                </a:lnTo>
                <a:lnTo>
                  <a:pt x="9744477" y="7332521"/>
                </a:lnTo>
                <a:lnTo>
                  <a:pt x="0" y="7332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4" t="0" r="-2074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116894" y="-328376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9074" y="4260171"/>
            <a:ext cx="14949852" cy="4060703"/>
          </a:xfrm>
          <a:custGeom>
            <a:avLst/>
            <a:gdLst/>
            <a:ahLst/>
            <a:cxnLst/>
            <a:rect r="r" b="b" t="t" l="l"/>
            <a:pathLst>
              <a:path h="4060703" w="14949852">
                <a:moveTo>
                  <a:pt x="0" y="0"/>
                </a:moveTo>
                <a:lnTo>
                  <a:pt x="14949852" y="0"/>
                </a:lnTo>
                <a:lnTo>
                  <a:pt x="14949852" y="4060703"/>
                </a:lnTo>
                <a:lnTo>
                  <a:pt x="0" y="40607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410612">
            <a:off x="14437645" y="-494461"/>
            <a:ext cx="9744477" cy="7332521"/>
          </a:xfrm>
          <a:custGeom>
            <a:avLst/>
            <a:gdLst/>
            <a:ahLst/>
            <a:cxnLst/>
            <a:rect r="r" b="b" t="t" l="l"/>
            <a:pathLst>
              <a:path h="7332521" w="9744477">
                <a:moveTo>
                  <a:pt x="0" y="0"/>
                </a:moveTo>
                <a:lnTo>
                  <a:pt x="9744477" y="0"/>
                </a:lnTo>
                <a:lnTo>
                  <a:pt x="9744477" y="7332521"/>
                </a:lnTo>
                <a:lnTo>
                  <a:pt x="0" y="7332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4" t="0" r="-207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08890" y="703495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703495"/>
            <a:ext cx="15338748" cy="650410"/>
            <a:chOff x="0" y="0"/>
            <a:chExt cx="4039835" cy="1713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39835" cy="171301"/>
            </a:xfrm>
            <a:custGeom>
              <a:avLst/>
              <a:gdLst/>
              <a:ahLst/>
              <a:cxnLst/>
              <a:rect r="r" b="b" t="t" l="l"/>
              <a:pathLst>
                <a:path h="171301" w="4039835">
                  <a:moveTo>
                    <a:pt x="30284" y="0"/>
                  </a:moveTo>
                  <a:lnTo>
                    <a:pt x="4009551" y="0"/>
                  </a:lnTo>
                  <a:cubicBezTo>
                    <a:pt x="4026276" y="0"/>
                    <a:pt x="4039835" y="13559"/>
                    <a:pt x="4039835" y="30284"/>
                  </a:cubicBezTo>
                  <a:lnTo>
                    <a:pt x="4039835" y="141018"/>
                  </a:lnTo>
                  <a:cubicBezTo>
                    <a:pt x="4039835" y="157743"/>
                    <a:pt x="4026276" y="171301"/>
                    <a:pt x="4009551" y="171301"/>
                  </a:cubicBezTo>
                  <a:lnTo>
                    <a:pt x="30284" y="171301"/>
                  </a:lnTo>
                  <a:cubicBezTo>
                    <a:pt x="13559" y="171301"/>
                    <a:pt x="0" y="157743"/>
                    <a:pt x="0" y="141018"/>
                  </a:cubicBezTo>
                  <a:lnTo>
                    <a:pt x="0" y="30284"/>
                  </a:lnTo>
                  <a:cubicBezTo>
                    <a:pt x="0" y="13559"/>
                    <a:pt x="13559" y="0"/>
                    <a:pt x="30284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39835" cy="20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449271" y="3186386"/>
            <a:ext cx="6497605" cy="107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Ejemplos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724891" y="1886016"/>
            <a:ext cx="883821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CONSULTA DE DATOS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63481" y="0"/>
            <a:ext cx="8624519" cy="10287000"/>
            <a:chOff x="0" y="0"/>
            <a:chExt cx="1186869" cy="14156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6869" cy="1415652"/>
            </a:xfrm>
            <a:custGeom>
              <a:avLst/>
              <a:gdLst/>
              <a:ahLst/>
              <a:cxnLst/>
              <a:rect r="r" b="b" t="t" l="l"/>
              <a:pathLst>
                <a:path h="1415652" w="1186869">
                  <a:moveTo>
                    <a:pt x="0" y="0"/>
                  </a:moveTo>
                  <a:lnTo>
                    <a:pt x="1186869" y="0"/>
                  </a:lnTo>
                  <a:lnTo>
                    <a:pt x="1186869" y="1415652"/>
                  </a:lnTo>
                  <a:lnTo>
                    <a:pt x="0" y="1415652"/>
                  </a:lnTo>
                  <a:close/>
                </a:path>
              </a:pathLst>
            </a:custGeom>
            <a:blipFill>
              <a:blip r:embed="rId2"/>
              <a:stretch>
                <a:fillRect l="-7550" t="0" r="-755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482999"/>
            <a:ext cx="9183931" cy="8137251"/>
            <a:chOff x="0" y="0"/>
            <a:chExt cx="2418813" cy="2143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8813" cy="2143144"/>
            </a:xfrm>
            <a:custGeom>
              <a:avLst/>
              <a:gdLst/>
              <a:ahLst/>
              <a:cxnLst/>
              <a:rect r="r" b="b" t="t" l="l"/>
              <a:pathLst>
                <a:path h="2143144" w="2418813">
                  <a:moveTo>
                    <a:pt x="16860" y="0"/>
                  </a:moveTo>
                  <a:lnTo>
                    <a:pt x="2401953" y="0"/>
                  </a:lnTo>
                  <a:cubicBezTo>
                    <a:pt x="2406425" y="0"/>
                    <a:pt x="2410713" y="1776"/>
                    <a:pt x="2413875" y="4938"/>
                  </a:cubicBezTo>
                  <a:cubicBezTo>
                    <a:pt x="2417037" y="8100"/>
                    <a:pt x="2418813" y="12388"/>
                    <a:pt x="2418813" y="16860"/>
                  </a:cubicBezTo>
                  <a:lnTo>
                    <a:pt x="2418813" y="2126285"/>
                  </a:lnTo>
                  <a:cubicBezTo>
                    <a:pt x="2418813" y="2135596"/>
                    <a:pt x="2411265" y="2143144"/>
                    <a:pt x="2401953" y="2143144"/>
                  </a:cubicBezTo>
                  <a:lnTo>
                    <a:pt x="16860" y="2143144"/>
                  </a:lnTo>
                  <a:cubicBezTo>
                    <a:pt x="7548" y="2143144"/>
                    <a:pt x="0" y="2135596"/>
                    <a:pt x="0" y="2126285"/>
                  </a:cubicBezTo>
                  <a:lnTo>
                    <a:pt x="0" y="16860"/>
                  </a:lnTo>
                  <a:cubicBezTo>
                    <a:pt x="0" y="7548"/>
                    <a:pt x="7548" y="0"/>
                    <a:pt x="16860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18813" cy="2181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6626729">
            <a:off x="-8130685" y="1817905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12631" y="378290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88338" y="4362784"/>
            <a:ext cx="8264654" cy="2702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 b="true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En SQL, hay dos formas muy sencillas para INSERTAR datos en una tabla: Una es insertar una fila a la vez, y la otra es insertar filas múltiples o conjuntos de filas. 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598926" y="3060489"/>
            <a:ext cx="8043479" cy="189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b="true" sz="65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INSERTAR DATOS</a:t>
            </a:r>
          </a:p>
          <a:p>
            <a:pPr algn="ctr">
              <a:lnSpc>
                <a:spcPts val="715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116894" y="-328376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803096"/>
            <a:ext cx="15580190" cy="2140192"/>
          </a:xfrm>
          <a:custGeom>
            <a:avLst/>
            <a:gdLst/>
            <a:ahLst/>
            <a:cxnLst/>
            <a:rect r="r" b="b" t="t" l="l"/>
            <a:pathLst>
              <a:path h="2140192" w="15580190">
                <a:moveTo>
                  <a:pt x="0" y="0"/>
                </a:moveTo>
                <a:lnTo>
                  <a:pt x="15580190" y="0"/>
                </a:lnTo>
                <a:lnTo>
                  <a:pt x="15580190" y="2140193"/>
                </a:lnTo>
                <a:lnTo>
                  <a:pt x="0" y="21401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16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410612">
            <a:off x="14194313" y="3774146"/>
            <a:ext cx="9744477" cy="7332521"/>
          </a:xfrm>
          <a:custGeom>
            <a:avLst/>
            <a:gdLst/>
            <a:ahLst/>
            <a:cxnLst/>
            <a:rect r="r" b="b" t="t" l="l"/>
            <a:pathLst>
              <a:path h="7332521" w="9744477">
                <a:moveTo>
                  <a:pt x="0" y="0"/>
                </a:moveTo>
                <a:lnTo>
                  <a:pt x="9744477" y="0"/>
                </a:lnTo>
                <a:lnTo>
                  <a:pt x="9744477" y="7332520"/>
                </a:lnTo>
                <a:lnTo>
                  <a:pt x="0" y="7332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4" t="0" r="-207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08890" y="703495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703495"/>
            <a:ext cx="15338748" cy="650410"/>
            <a:chOff x="0" y="0"/>
            <a:chExt cx="4039835" cy="1713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39835" cy="171301"/>
            </a:xfrm>
            <a:custGeom>
              <a:avLst/>
              <a:gdLst/>
              <a:ahLst/>
              <a:cxnLst/>
              <a:rect r="r" b="b" t="t" l="l"/>
              <a:pathLst>
                <a:path h="171301" w="4039835">
                  <a:moveTo>
                    <a:pt x="30284" y="0"/>
                  </a:moveTo>
                  <a:lnTo>
                    <a:pt x="4009551" y="0"/>
                  </a:lnTo>
                  <a:cubicBezTo>
                    <a:pt x="4026276" y="0"/>
                    <a:pt x="4039835" y="13559"/>
                    <a:pt x="4039835" y="30284"/>
                  </a:cubicBezTo>
                  <a:lnTo>
                    <a:pt x="4039835" y="141018"/>
                  </a:lnTo>
                  <a:cubicBezTo>
                    <a:pt x="4039835" y="157743"/>
                    <a:pt x="4026276" y="171301"/>
                    <a:pt x="4009551" y="171301"/>
                  </a:cubicBezTo>
                  <a:lnTo>
                    <a:pt x="30284" y="171301"/>
                  </a:lnTo>
                  <a:cubicBezTo>
                    <a:pt x="13559" y="171301"/>
                    <a:pt x="0" y="157743"/>
                    <a:pt x="0" y="141018"/>
                  </a:cubicBezTo>
                  <a:lnTo>
                    <a:pt x="0" y="30284"/>
                  </a:lnTo>
                  <a:cubicBezTo>
                    <a:pt x="0" y="13559"/>
                    <a:pt x="13559" y="0"/>
                    <a:pt x="30284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39835" cy="20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498589" y="3710261"/>
            <a:ext cx="6497605" cy="153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b="true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Estructura básica</a:t>
            </a:r>
          </a:p>
          <a:p>
            <a:pPr algn="ctr">
              <a:lnSpc>
                <a:spcPts val="615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278965" y="2333581"/>
            <a:ext cx="8838218" cy="109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9"/>
              </a:lnSpc>
            </a:pPr>
            <a:r>
              <a:rPr lang="en-US" b="true" sz="70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INSERTAR DATOS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116894" y="-328376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410612">
            <a:off x="14194313" y="5889640"/>
            <a:ext cx="9744477" cy="7332521"/>
          </a:xfrm>
          <a:custGeom>
            <a:avLst/>
            <a:gdLst/>
            <a:ahLst/>
            <a:cxnLst/>
            <a:rect r="r" b="b" t="t" l="l"/>
            <a:pathLst>
              <a:path h="7332521" w="9744477">
                <a:moveTo>
                  <a:pt x="0" y="0"/>
                </a:moveTo>
                <a:lnTo>
                  <a:pt x="9744477" y="0"/>
                </a:lnTo>
                <a:lnTo>
                  <a:pt x="9744477" y="7332520"/>
                </a:lnTo>
                <a:lnTo>
                  <a:pt x="0" y="7332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4" t="0" r="-207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08890" y="703495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703495"/>
            <a:ext cx="15338748" cy="650410"/>
            <a:chOff x="0" y="0"/>
            <a:chExt cx="4039835" cy="1713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39835" cy="171301"/>
            </a:xfrm>
            <a:custGeom>
              <a:avLst/>
              <a:gdLst/>
              <a:ahLst/>
              <a:cxnLst/>
              <a:rect r="r" b="b" t="t" l="l"/>
              <a:pathLst>
                <a:path h="171301" w="4039835">
                  <a:moveTo>
                    <a:pt x="30284" y="0"/>
                  </a:moveTo>
                  <a:lnTo>
                    <a:pt x="4009551" y="0"/>
                  </a:lnTo>
                  <a:cubicBezTo>
                    <a:pt x="4026276" y="0"/>
                    <a:pt x="4039835" y="13559"/>
                    <a:pt x="4039835" y="30284"/>
                  </a:cubicBezTo>
                  <a:lnTo>
                    <a:pt x="4039835" y="141018"/>
                  </a:lnTo>
                  <a:cubicBezTo>
                    <a:pt x="4039835" y="157743"/>
                    <a:pt x="4026276" y="171301"/>
                    <a:pt x="4009551" y="171301"/>
                  </a:cubicBezTo>
                  <a:lnTo>
                    <a:pt x="30284" y="171301"/>
                  </a:lnTo>
                  <a:cubicBezTo>
                    <a:pt x="13559" y="171301"/>
                    <a:pt x="0" y="157743"/>
                    <a:pt x="0" y="141018"/>
                  </a:cubicBezTo>
                  <a:lnTo>
                    <a:pt x="0" y="30284"/>
                  </a:lnTo>
                  <a:cubicBezTo>
                    <a:pt x="0" y="13559"/>
                    <a:pt x="13559" y="0"/>
                    <a:pt x="30284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39835" cy="20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021308" y="3031446"/>
            <a:ext cx="4237992" cy="3503359"/>
          </a:xfrm>
          <a:custGeom>
            <a:avLst/>
            <a:gdLst/>
            <a:ahLst/>
            <a:cxnLst/>
            <a:rect r="r" b="b" t="t" l="l"/>
            <a:pathLst>
              <a:path h="3503359" w="4237992">
                <a:moveTo>
                  <a:pt x="0" y="0"/>
                </a:moveTo>
                <a:lnTo>
                  <a:pt x="4237992" y="0"/>
                </a:lnTo>
                <a:lnTo>
                  <a:pt x="4237992" y="3503358"/>
                </a:lnTo>
                <a:lnTo>
                  <a:pt x="0" y="35033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867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284518" y="6839604"/>
            <a:ext cx="12561931" cy="3103342"/>
          </a:xfrm>
          <a:custGeom>
            <a:avLst/>
            <a:gdLst/>
            <a:ahLst/>
            <a:cxnLst/>
            <a:rect r="r" b="b" t="t" l="l"/>
            <a:pathLst>
              <a:path h="3103342" w="12561931">
                <a:moveTo>
                  <a:pt x="0" y="0"/>
                </a:moveTo>
                <a:lnTo>
                  <a:pt x="12561931" y="0"/>
                </a:lnTo>
                <a:lnTo>
                  <a:pt x="12561931" y="3103342"/>
                </a:lnTo>
                <a:lnTo>
                  <a:pt x="0" y="31033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811190" y="2945721"/>
            <a:ext cx="9508587" cy="153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b="true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Ejemplo: Guardar un registro</a:t>
            </a:r>
          </a:p>
          <a:p>
            <a:pPr algn="ctr">
              <a:lnSpc>
                <a:spcPts val="615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278965" y="1636213"/>
            <a:ext cx="8838218" cy="109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9"/>
              </a:lnSpc>
            </a:pPr>
            <a:r>
              <a:rPr lang="en-US" b="true" sz="70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INSERTAR DATOS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43780" y="3942079"/>
            <a:ext cx="9508587" cy="231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b="true" sz="4399">
                <a:solidFill>
                  <a:srgbClr val="FF3131"/>
                </a:solidFill>
                <a:latin typeface="Lato Bold"/>
                <a:ea typeface="Lato Bold"/>
                <a:cs typeface="Lato Bold"/>
                <a:sym typeface="Lato Bold"/>
              </a:rPr>
              <a:t>Tabla donde se almacenara los productos</a:t>
            </a:r>
          </a:p>
          <a:p>
            <a:pPr algn="ctr">
              <a:lnSpc>
                <a:spcPts val="61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116894" y="-328376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410612">
            <a:off x="14194313" y="5889640"/>
            <a:ext cx="9744477" cy="7332521"/>
          </a:xfrm>
          <a:custGeom>
            <a:avLst/>
            <a:gdLst/>
            <a:ahLst/>
            <a:cxnLst/>
            <a:rect r="r" b="b" t="t" l="l"/>
            <a:pathLst>
              <a:path h="7332521" w="9744477">
                <a:moveTo>
                  <a:pt x="0" y="0"/>
                </a:moveTo>
                <a:lnTo>
                  <a:pt x="9744477" y="0"/>
                </a:lnTo>
                <a:lnTo>
                  <a:pt x="9744477" y="7332520"/>
                </a:lnTo>
                <a:lnTo>
                  <a:pt x="0" y="7332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4" t="0" r="-207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08890" y="703495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703495"/>
            <a:ext cx="15338748" cy="650410"/>
            <a:chOff x="0" y="0"/>
            <a:chExt cx="4039835" cy="1713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39835" cy="171301"/>
            </a:xfrm>
            <a:custGeom>
              <a:avLst/>
              <a:gdLst/>
              <a:ahLst/>
              <a:cxnLst/>
              <a:rect r="r" b="b" t="t" l="l"/>
              <a:pathLst>
                <a:path h="171301" w="4039835">
                  <a:moveTo>
                    <a:pt x="30284" y="0"/>
                  </a:moveTo>
                  <a:lnTo>
                    <a:pt x="4009551" y="0"/>
                  </a:lnTo>
                  <a:cubicBezTo>
                    <a:pt x="4026276" y="0"/>
                    <a:pt x="4039835" y="13559"/>
                    <a:pt x="4039835" y="30284"/>
                  </a:cubicBezTo>
                  <a:lnTo>
                    <a:pt x="4039835" y="141018"/>
                  </a:lnTo>
                  <a:cubicBezTo>
                    <a:pt x="4039835" y="157743"/>
                    <a:pt x="4026276" y="171301"/>
                    <a:pt x="4009551" y="171301"/>
                  </a:cubicBezTo>
                  <a:lnTo>
                    <a:pt x="30284" y="171301"/>
                  </a:lnTo>
                  <a:cubicBezTo>
                    <a:pt x="13559" y="171301"/>
                    <a:pt x="0" y="157743"/>
                    <a:pt x="0" y="141018"/>
                  </a:cubicBezTo>
                  <a:lnTo>
                    <a:pt x="0" y="30284"/>
                  </a:lnTo>
                  <a:cubicBezTo>
                    <a:pt x="0" y="13559"/>
                    <a:pt x="13559" y="0"/>
                    <a:pt x="30284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39835" cy="20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7032" y="4481787"/>
            <a:ext cx="15907063" cy="3276251"/>
          </a:xfrm>
          <a:custGeom>
            <a:avLst/>
            <a:gdLst/>
            <a:ahLst/>
            <a:cxnLst/>
            <a:rect r="r" b="b" t="t" l="l"/>
            <a:pathLst>
              <a:path h="3276251" w="15907063">
                <a:moveTo>
                  <a:pt x="0" y="0"/>
                </a:moveTo>
                <a:lnTo>
                  <a:pt x="15907063" y="0"/>
                </a:lnTo>
                <a:lnTo>
                  <a:pt x="15907063" y="3276251"/>
                </a:lnTo>
                <a:lnTo>
                  <a:pt x="0" y="32762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811190" y="2945721"/>
            <a:ext cx="9508587" cy="153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b="true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Ejemplo: Guardar varios registros</a:t>
            </a:r>
          </a:p>
          <a:p>
            <a:pPr algn="ctr">
              <a:lnSpc>
                <a:spcPts val="615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278965" y="1636213"/>
            <a:ext cx="8838218" cy="109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9"/>
              </a:lnSpc>
            </a:pPr>
            <a:r>
              <a:rPr lang="en-US" b="true" sz="70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INSERTAR DATOS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181579">
            <a:off x="11199066" y="124438"/>
            <a:ext cx="10128448" cy="10895890"/>
          </a:xfrm>
          <a:custGeom>
            <a:avLst/>
            <a:gdLst/>
            <a:ahLst/>
            <a:cxnLst/>
            <a:rect r="r" b="b" t="t" l="l"/>
            <a:pathLst>
              <a:path h="10895890" w="10128448">
                <a:moveTo>
                  <a:pt x="0" y="0"/>
                </a:moveTo>
                <a:lnTo>
                  <a:pt x="10128447" y="0"/>
                </a:lnTo>
                <a:lnTo>
                  <a:pt x="10128447" y="10895890"/>
                </a:lnTo>
                <a:lnTo>
                  <a:pt x="0" y="108958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7" t="0" r="-15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0473" y="7962921"/>
            <a:ext cx="5747719" cy="3384081"/>
          </a:xfrm>
          <a:custGeom>
            <a:avLst/>
            <a:gdLst/>
            <a:ahLst/>
            <a:cxnLst/>
            <a:rect r="r" b="b" t="t" l="l"/>
            <a:pathLst>
              <a:path h="3384081" w="5747719">
                <a:moveTo>
                  <a:pt x="0" y="0"/>
                </a:moveTo>
                <a:lnTo>
                  <a:pt x="5747720" y="0"/>
                </a:lnTo>
                <a:lnTo>
                  <a:pt x="5747720" y="3384080"/>
                </a:lnTo>
                <a:lnTo>
                  <a:pt x="0" y="338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302" t="0" r="0" b="-14318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96037" y="8607890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144000" y="947720"/>
            <a:ext cx="8229600" cy="82296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777046" y="3086100"/>
            <a:ext cx="6963508" cy="4114800"/>
          </a:xfrm>
          <a:custGeom>
            <a:avLst/>
            <a:gdLst/>
            <a:ahLst/>
            <a:cxnLst/>
            <a:rect r="r" b="b" t="t" l="l"/>
            <a:pathLst>
              <a:path h="4114800" w="6963508">
                <a:moveTo>
                  <a:pt x="0" y="0"/>
                </a:moveTo>
                <a:lnTo>
                  <a:pt x="6963508" y="0"/>
                </a:lnTo>
                <a:lnTo>
                  <a:pt x="6963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42975" y="4029956"/>
            <a:ext cx="7621623" cy="382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3"/>
              </a:lnSpc>
            </a:pPr>
            <a:r>
              <a:rPr lang="en-US" sz="3095" b="true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Update</a:t>
            </a:r>
            <a:r>
              <a:rPr lang="en-US" sz="3095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es la instrucción SQL que nos sirve para modificar los registros de una tabla. Necesitamos especificar por medio de </a:t>
            </a:r>
            <a:r>
              <a:rPr lang="en-US" sz="3095" b="true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Where</a:t>
            </a:r>
            <a:r>
              <a:rPr lang="en-US" sz="3095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cuáles son los registros en los que queremos hacer efectivas nuestras modificaciones.</a:t>
            </a:r>
          </a:p>
          <a:p>
            <a:pPr algn="l">
              <a:lnSpc>
                <a:spcPts val="4333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42975" y="1715946"/>
            <a:ext cx="7188059" cy="3163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9"/>
              </a:lnSpc>
            </a:pPr>
            <a:r>
              <a:rPr lang="en-US" sz="7326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MODIFICAR DATOS</a:t>
            </a:r>
          </a:p>
          <a:p>
            <a:pPr algn="l">
              <a:lnSpc>
                <a:spcPts val="805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116894" y="-328376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08890" y="703495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703495"/>
            <a:ext cx="15338748" cy="650410"/>
            <a:chOff x="0" y="0"/>
            <a:chExt cx="4039835" cy="1713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39835" cy="171301"/>
            </a:xfrm>
            <a:custGeom>
              <a:avLst/>
              <a:gdLst/>
              <a:ahLst/>
              <a:cxnLst/>
              <a:rect r="r" b="b" t="t" l="l"/>
              <a:pathLst>
                <a:path h="171301" w="4039835">
                  <a:moveTo>
                    <a:pt x="30284" y="0"/>
                  </a:moveTo>
                  <a:lnTo>
                    <a:pt x="4009551" y="0"/>
                  </a:lnTo>
                  <a:cubicBezTo>
                    <a:pt x="4026276" y="0"/>
                    <a:pt x="4039835" y="13559"/>
                    <a:pt x="4039835" y="30284"/>
                  </a:cubicBezTo>
                  <a:lnTo>
                    <a:pt x="4039835" y="141018"/>
                  </a:lnTo>
                  <a:cubicBezTo>
                    <a:pt x="4039835" y="157743"/>
                    <a:pt x="4026276" y="171301"/>
                    <a:pt x="4009551" y="171301"/>
                  </a:cubicBezTo>
                  <a:lnTo>
                    <a:pt x="30284" y="171301"/>
                  </a:lnTo>
                  <a:cubicBezTo>
                    <a:pt x="13559" y="171301"/>
                    <a:pt x="0" y="157743"/>
                    <a:pt x="0" y="141018"/>
                  </a:cubicBezTo>
                  <a:lnTo>
                    <a:pt x="0" y="30284"/>
                  </a:lnTo>
                  <a:cubicBezTo>
                    <a:pt x="0" y="13559"/>
                    <a:pt x="13559" y="0"/>
                    <a:pt x="30284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039835" cy="20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20459" y="4481787"/>
            <a:ext cx="16047083" cy="2415690"/>
          </a:xfrm>
          <a:custGeom>
            <a:avLst/>
            <a:gdLst/>
            <a:ahLst/>
            <a:cxnLst/>
            <a:rect r="r" b="b" t="t" l="l"/>
            <a:pathLst>
              <a:path h="2415690" w="16047083">
                <a:moveTo>
                  <a:pt x="0" y="0"/>
                </a:moveTo>
                <a:lnTo>
                  <a:pt x="16047082" y="0"/>
                </a:lnTo>
                <a:lnTo>
                  <a:pt x="16047082" y="2415690"/>
                </a:lnTo>
                <a:lnTo>
                  <a:pt x="0" y="24156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410612">
            <a:off x="13755921" y="4638448"/>
            <a:ext cx="9744477" cy="7332521"/>
          </a:xfrm>
          <a:custGeom>
            <a:avLst/>
            <a:gdLst/>
            <a:ahLst/>
            <a:cxnLst/>
            <a:rect r="r" b="b" t="t" l="l"/>
            <a:pathLst>
              <a:path h="7332521" w="9744477">
                <a:moveTo>
                  <a:pt x="0" y="0"/>
                </a:moveTo>
                <a:lnTo>
                  <a:pt x="9744477" y="0"/>
                </a:lnTo>
                <a:lnTo>
                  <a:pt x="9744477" y="7332521"/>
                </a:lnTo>
                <a:lnTo>
                  <a:pt x="0" y="7332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4" t="0" r="-2074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811190" y="2945721"/>
            <a:ext cx="9508587" cy="153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b="true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Estructura básica</a:t>
            </a:r>
          </a:p>
          <a:p>
            <a:pPr algn="ctr">
              <a:lnSpc>
                <a:spcPts val="615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278965" y="1636213"/>
            <a:ext cx="8838218" cy="2080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9"/>
              </a:lnSpc>
            </a:pPr>
            <a:r>
              <a:rPr lang="en-US" b="true" sz="70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MODIFICAR DATOS</a:t>
            </a:r>
          </a:p>
          <a:p>
            <a:pPr algn="ctr">
              <a:lnSpc>
                <a:spcPts val="780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116894" y="-328376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08890" y="703495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703495"/>
            <a:ext cx="15338748" cy="650410"/>
            <a:chOff x="0" y="0"/>
            <a:chExt cx="4039835" cy="1713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39835" cy="171301"/>
            </a:xfrm>
            <a:custGeom>
              <a:avLst/>
              <a:gdLst/>
              <a:ahLst/>
              <a:cxnLst/>
              <a:rect r="r" b="b" t="t" l="l"/>
              <a:pathLst>
                <a:path h="171301" w="4039835">
                  <a:moveTo>
                    <a:pt x="30284" y="0"/>
                  </a:moveTo>
                  <a:lnTo>
                    <a:pt x="4009551" y="0"/>
                  </a:lnTo>
                  <a:cubicBezTo>
                    <a:pt x="4026276" y="0"/>
                    <a:pt x="4039835" y="13559"/>
                    <a:pt x="4039835" y="30284"/>
                  </a:cubicBezTo>
                  <a:lnTo>
                    <a:pt x="4039835" y="141018"/>
                  </a:lnTo>
                  <a:cubicBezTo>
                    <a:pt x="4039835" y="157743"/>
                    <a:pt x="4026276" y="171301"/>
                    <a:pt x="4009551" y="171301"/>
                  </a:cubicBezTo>
                  <a:lnTo>
                    <a:pt x="30284" y="171301"/>
                  </a:lnTo>
                  <a:cubicBezTo>
                    <a:pt x="13559" y="171301"/>
                    <a:pt x="0" y="157743"/>
                    <a:pt x="0" y="141018"/>
                  </a:cubicBezTo>
                  <a:lnTo>
                    <a:pt x="0" y="30284"/>
                  </a:lnTo>
                  <a:cubicBezTo>
                    <a:pt x="0" y="13559"/>
                    <a:pt x="13559" y="0"/>
                    <a:pt x="30284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039835" cy="20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7410612">
            <a:off x="13755921" y="4638448"/>
            <a:ext cx="9744477" cy="7332521"/>
          </a:xfrm>
          <a:custGeom>
            <a:avLst/>
            <a:gdLst/>
            <a:ahLst/>
            <a:cxnLst/>
            <a:rect r="r" b="b" t="t" l="l"/>
            <a:pathLst>
              <a:path h="7332521" w="9744477">
                <a:moveTo>
                  <a:pt x="0" y="0"/>
                </a:moveTo>
                <a:lnTo>
                  <a:pt x="9744477" y="0"/>
                </a:lnTo>
                <a:lnTo>
                  <a:pt x="9744477" y="7332521"/>
                </a:lnTo>
                <a:lnTo>
                  <a:pt x="0" y="7332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4" t="0" r="-2074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959530" y="3346904"/>
            <a:ext cx="7477088" cy="2998727"/>
          </a:xfrm>
          <a:custGeom>
            <a:avLst/>
            <a:gdLst/>
            <a:ahLst/>
            <a:cxnLst/>
            <a:rect r="r" b="b" t="t" l="l"/>
            <a:pathLst>
              <a:path h="2998727" w="7477088">
                <a:moveTo>
                  <a:pt x="0" y="0"/>
                </a:moveTo>
                <a:lnTo>
                  <a:pt x="7477088" y="0"/>
                </a:lnTo>
                <a:lnTo>
                  <a:pt x="7477088" y="2998726"/>
                </a:lnTo>
                <a:lnTo>
                  <a:pt x="0" y="29987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584379" y="6640905"/>
            <a:ext cx="10227390" cy="2041395"/>
          </a:xfrm>
          <a:custGeom>
            <a:avLst/>
            <a:gdLst/>
            <a:ahLst/>
            <a:cxnLst/>
            <a:rect r="r" b="b" t="t" l="l"/>
            <a:pathLst>
              <a:path h="2041395" w="10227390">
                <a:moveTo>
                  <a:pt x="0" y="0"/>
                </a:moveTo>
                <a:lnTo>
                  <a:pt x="10227390" y="0"/>
                </a:lnTo>
                <a:lnTo>
                  <a:pt x="10227390" y="2041396"/>
                </a:lnTo>
                <a:lnTo>
                  <a:pt x="0" y="20413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43780" y="2536008"/>
            <a:ext cx="9508587" cy="153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b="true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Ejemplos</a:t>
            </a:r>
          </a:p>
          <a:p>
            <a:pPr algn="ctr">
              <a:lnSpc>
                <a:spcPts val="615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278965" y="1394914"/>
            <a:ext cx="8838218" cy="195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9"/>
              </a:lnSpc>
            </a:pPr>
            <a:r>
              <a:rPr lang="en-US" b="true" sz="66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MODIFICAR DATOS</a:t>
            </a:r>
          </a:p>
          <a:p>
            <a:pPr algn="ctr">
              <a:lnSpc>
                <a:spcPts val="736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943780" y="8779509"/>
            <a:ext cx="9508587" cy="115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FF3131"/>
                </a:solidFill>
                <a:latin typeface="Lato Bold"/>
                <a:ea typeface="Lato Bold"/>
                <a:cs typeface="Lato Bold"/>
                <a:sym typeface="Lato Bold"/>
              </a:rPr>
              <a:t>CUIDADO: Se modificara todas las consultas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989496">
            <a:off x="-5091968" y="-1340368"/>
            <a:ext cx="11026567" cy="7966695"/>
          </a:xfrm>
          <a:custGeom>
            <a:avLst/>
            <a:gdLst/>
            <a:ahLst/>
            <a:cxnLst/>
            <a:rect r="r" b="b" t="t" l="l"/>
            <a:pathLst>
              <a:path h="7966695" w="11026567">
                <a:moveTo>
                  <a:pt x="0" y="0"/>
                </a:moveTo>
                <a:lnTo>
                  <a:pt x="11026567" y="0"/>
                </a:lnTo>
                <a:lnTo>
                  <a:pt x="11026567" y="7966695"/>
                </a:lnTo>
                <a:lnTo>
                  <a:pt x="0" y="79666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957430"/>
            <a:ext cx="8010208" cy="1024635"/>
            <a:chOff x="0" y="0"/>
            <a:chExt cx="2109684" cy="2698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9685" cy="269863"/>
            </a:xfrm>
            <a:custGeom>
              <a:avLst/>
              <a:gdLst/>
              <a:ahLst/>
              <a:cxnLst/>
              <a:rect r="r" b="b" t="t" l="l"/>
              <a:pathLst>
                <a:path h="269863" w="2109685">
                  <a:moveTo>
                    <a:pt x="57990" y="0"/>
                  </a:moveTo>
                  <a:lnTo>
                    <a:pt x="2051694" y="0"/>
                  </a:lnTo>
                  <a:cubicBezTo>
                    <a:pt x="2067074" y="0"/>
                    <a:pt x="2081824" y="6110"/>
                    <a:pt x="2092700" y="16985"/>
                  </a:cubicBezTo>
                  <a:cubicBezTo>
                    <a:pt x="2103575" y="27860"/>
                    <a:pt x="2109685" y="42610"/>
                    <a:pt x="2109685" y="57990"/>
                  </a:cubicBezTo>
                  <a:lnTo>
                    <a:pt x="2109685" y="211872"/>
                  </a:lnTo>
                  <a:cubicBezTo>
                    <a:pt x="2109685" y="227252"/>
                    <a:pt x="2103575" y="242002"/>
                    <a:pt x="2092700" y="252878"/>
                  </a:cubicBezTo>
                  <a:cubicBezTo>
                    <a:pt x="2081824" y="263753"/>
                    <a:pt x="2067074" y="269863"/>
                    <a:pt x="2051694" y="269863"/>
                  </a:cubicBezTo>
                  <a:lnTo>
                    <a:pt x="57990" y="269863"/>
                  </a:lnTo>
                  <a:cubicBezTo>
                    <a:pt x="42610" y="269863"/>
                    <a:pt x="27860" y="263753"/>
                    <a:pt x="16985" y="252878"/>
                  </a:cubicBezTo>
                  <a:cubicBezTo>
                    <a:pt x="6110" y="242002"/>
                    <a:pt x="0" y="227252"/>
                    <a:pt x="0" y="211872"/>
                  </a:cubicBezTo>
                  <a:lnTo>
                    <a:pt x="0" y="57990"/>
                  </a:lnTo>
                  <a:cubicBezTo>
                    <a:pt x="0" y="42610"/>
                    <a:pt x="6110" y="27860"/>
                    <a:pt x="16985" y="16985"/>
                  </a:cubicBezTo>
                  <a:cubicBezTo>
                    <a:pt x="27860" y="6110"/>
                    <a:pt x="42610" y="0"/>
                    <a:pt x="57990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09684" cy="307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967116">
            <a:off x="8691170" y="1377244"/>
            <a:ext cx="12892802" cy="9575242"/>
          </a:xfrm>
          <a:custGeom>
            <a:avLst/>
            <a:gdLst/>
            <a:ahLst/>
            <a:cxnLst/>
            <a:rect r="r" b="b" t="t" l="l"/>
            <a:pathLst>
              <a:path h="9575242" w="12892802">
                <a:moveTo>
                  <a:pt x="0" y="0"/>
                </a:moveTo>
                <a:lnTo>
                  <a:pt x="12892803" y="0"/>
                </a:lnTo>
                <a:lnTo>
                  <a:pt x="12892803" y="9575242"/>
                </a:lnTo>
                <a:lnTo>
                  <a:pt x="0" y="9575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793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3499137"/>
            <a:ext cx="8010208" cy="4949203"/>
            <a:chOff x="0" y="0"/>
            <a:chExt cx="2109684" cy="13034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9685" cy="1303494"/>
            </a:xfrm>
            <a:custGeom>
              <a:avLst/>
              <a:gdLst/>
              <a:ahLst/>
              <a:cxnLst/>
              <a:rect r="r" b="b" t="t" l="l"/>
              <a:pathLst>
                <a:path h="1303494" w="2109685">
                  <a:moveTo>
                    <a:pt x="19330" y="0"/>
                  </a:moveTo>
                  <a:lnTo>
                    <a:pt x="2090354" y="0"/>
                  </a:lnTo>
                  <a:cubicBezTo>
                    <a:pt x="2101030" y="0"/>
                    <a:pt x="2109685" y="8654"/>
                    <a:pt x="2109685" y="19330"/>
                  </a:cubicBezTo>
                  <a:lnTo>
                    <a:pt x="2109685" y="1284164"/>
                  </a:lnTo>
                  <a:cubicBezTo>
                    <a:pt x="2109685" y="1289290"/>
                    <a:pt x="2107648" y="1294207"/>
                    <a:pt x="2104023" y="1297832"/>
                  </a:cubicBezTo>
                  <a:cubicBezTo>
                    <a:pt x="2100398" y="1301457"/>
                    <a:pt x="2095481" y="1303494"/>
                    <a:pt x="2090354" y="1303494"/>
                  </a:cubicBezTo>
                  <a:lnTo>
                    <a:pt x="19330" y="1303494"/>
                  </a:lnTo>
                  <a:cubicBezTo>
                    <a:pt x="14203" y="1303494"/>
                    <a:pt x="9287" y="1301457"/>
                    <a:pt x="5662" y="1297832"/>
                  </a:cubicBezTo>
                  <a:cubicBezTo>
                    <a:pt x="2037" y="1294207"/>
                    <a:pt x="0" y="1289290"/>
                    <a:pt x="0" y="1284164"/>
                  </a:cubicBezTo>
                  <a:lnTo>
                    <a:pt x="0" y="19330"/>
                  </a:lnTo>
                  <a:cubicBezTo>
                    <a:pt x="0" y="14203"/>
                    <a:pt x="2037" y="9287"/>
                    <a:pt x="5662" y="5662"/>
                  </a:cubicBezTo>
                  <a:cubicBezTo>
                    <a:pt x="9287" y="2037"/>
                    <a:pt x="14203" y="0"/>
                    <a:pt x="19330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09684" cy="1341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105844" y="2239420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249092" y="2074971"/>
            <a:ext cx="8010208" cy="1024635"/>
            <a:chOff x="0" y="0"/>
            <a:chExt cx="2109684" cy="2698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9685" cy="269863"/>
            </a:xfrm>
            <a:custGeom>
              <a:avLst/>
              <a:gdLst/>
              <a:ahLst/>
              <a:cxnLst/>
              <a:rect r="r" b="b" t="t" l="l"/>
              <a:pathLst>
                <a:path h="269863" w="2109685">
                  <a:moveTo>
                    <a:pt x="57990" y="0"/>
                  </a:moveTo>
                  <a:lnTo>
                    <a:pt x="2051694" y="0"/>
                  </a:lnTo>
                  <a:cubicBezTo>
                    <a:pt x="2067074" y="0"/>
                    <a:pt x="2081824" y="6110"/>
                    <a:pt x="2092700" y="16985"/>
                  </a:cubicBezTo>
                  <a:cubicBezTo>
                    <a:pt x="2103575" y="27860"/>
                    <a:pt x="2109685" y="42610"/>
                    <a:pt x="2109685" y="57990"/>
                  </a:cubicBezTo>
                  <a:lnTo>
                    <a:pt x="2109685" y="211872"/>
                  </a:lnTo>
                  <a:cubicBezTo>
                    <a:pt x="2109685" y="227252"/>
                    <a:pt x="2103575" y="242002"/>
                    <a:pt x="2092700" y="252878"/>
                  </a:cubicBezTo>
                  <a:cubicBezTo>
                    <a:pt x="2081824" y="263753"/>
                    <a:pt x="2067074" y="269863"/>
                    <a:pt x="2051694" y="269863"/>
                  </a:cubicBezTo>
                  <a:lnTo>
                    <a:pt x="57990" y="269863"/>
                  </a:lnTo>
                  <a:cubicBezTo>
                    <a:pt x="42610" y="269863"/>
                    <a:pt x="27860" y="263753"/>
                    <a:pt x="16985" y="252878"/>
                  </a:cubicBezTo>
                  <a:cubicBezTo>
                    <a:pt x="6110" y="242002"/>
                    <a:pt x="0" y="227252"/>
                    <a:pt x="0" y="211872"/>
                  </a:cubicBezTo>
                  <a:lnTo>
                    <a:pt x="0" y="57990"/>
                  </a:lnTo>
                  <a:cubicBezTo>
                    <a:pt x="0" y="42610"/>
                    <a:pt x="6110" y="27860"/>
                    <a:pt x="16985" y="16985"/>
                  </a:cubicBezTo>
                  <a:cubicBezTo>
                    <a:pt x="27860" y="6110"/>
                    <a:pt x="42610" y="0"/>
                    <a:pt x="57990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09684" cy="307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49092" y="3499137"/>
            <a:ext cx="8010208" cy="4949203"/>
            <a:chOff x="0" y="0"/>
            <a:chExt cx="2109684" cy="130349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09685" cy="1303494"/>
            </a:xfrm>
            <a:custGeom>
              <a:avLst/>
              <a:gdLst/>
              <a:ahLst/>
              <a:cxnLst/>
              <a:rect r="r" b="b" t="t" l="l"/>
              <a:pathLst>
                <a:path h="1303494" w="2109685">
                  <a:moveTo>
                    <a:pt x="19330" y="0"/>
                  </a:moveTo>
                  <a:lnTo>
                    <a:pt x="2090354" y="0"/>
                  </a:lnTo>
                  <a:cubicBezTo>
                    <a:pt x="2101030" y="0"/>
                    <a:pt x="2109685" y="8654"/>
                    <a:pt x="2109685" y="19330"/>
                  </a:cubicBezTo>
                  <a:lnTo>
                    <a:pt x="2109685" y="1284164"/>
                  </a:lnTo>
                  <a:cubicBezTo>
                    <a:pt x="2109685" y="1289290"/>
                    <a:pt x="2107648" y="1294207"/>
                    <a:pt x="2104023" y="1297832"/>
                  </a:cubicBezTo>
                  <a:cubicBezTo>
                    <a:pt x="2100398" y="1301457"/>
                    <a:pt x="2095481" y="1303494"/>
                    <a:pt x="2090354" y="1303494"/>
                  </a:cubicBezTo>
                  <a:lnTo>
                    <a:pt x="19330" y="1303494"/>
                  </a:lnTo>
                  <a:cubicBezTo>
                    <a:pt x="14203" y="1303494"/>
                    <a:pt x="9287" y="1301457"/>
                    <a:pt x="5662" y="1297832"/>
                  </a:cubicBezTo>
                  <a:cubicBezTo>
                    <a:pt x="2037" y="1294207"/>
                    <a:pt x="0" y="1289290"/>
                    <a:pt x="0" y="1284164"/>
                  </a:cubicBezTo>
                  <a:lnTo>
                    <a:pt x="0" y="19330"/>
                  </a:lnTo>
                  <a:cubicBezTo>
                    <a:pt x="0" y="14203"/>
                    <a:pt x="2037" y="9287"/>
                    <a:pt x="5662" y="5662"/>
                  </a:cubicBezTo>
                  <a:cubicBezTo>
                    <a:pt x="9287" y="2037"/>
                    <a:pt x="14203" y="0"/>
                    <a:pt x="19330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09684" cy="1341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6380290" y="2338723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608890" y="8703795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462896" y="668051"/>
            <a:ext cx="15362208" cy="1047518"/>
            <a:chOff x="0" y="0"/>
            <a:chExt cx="4046014" cy="27589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46014" cy="275890"/>
            </a:xfrm>
            <a:custGeom>
              <a:avLst/>
              <a:gdLst/>
              <a:ahLst/>
              <a:cxnLst/>
              <a:rect r="r" b="b" t="t" l="l"/>
              <a:pathLst>
                <a:path h="275890" w="4046014">
                  <a:moveTo>
                    <a:pt x="30238" y="0"/>
                  </a:moveTo>
                  <a:lnTo>
                    <a:pt x="4015776" y="0"/>
                  </a:lnTo>
                  <a:cubicBezTo>
                    <a:pt x="4032476" y="0"/>
                    <a:pt x="4046014" y="13538"/>
                    <a:pt x="4046014" y="30238"/>
                  </a:cubicBezTo>
                  <a:lnTo>
                    <a:pt x="4046014" y="245652"/>
                  </a:lnTo>
                  <a:cubicBezTo>
                    <a:pt x="4046014" y="253672"/>
                    <a:pt x="4042828" y="261363"/>
                    <a:pt x="4037157" y="267033"/>
                  </a:cubicBezTo>
                  <a:cubicBezTo>
                    <a:pt x="4031487" y="272704"/>
                    <a:pt x="4023796" y="275890"/>
                    <a:pt x="4015776" y="275890"/>
                  </a:cubicBezTo>
                  <a:lnTo>
                    <a:pt x="30238" y="275890"/>
                  </a:lnTo>
                  <a:cubicBezTo>
                    <a:pt x="22218" y="275890"/>
                    <a:pt x="14527" y="272704"/>
                    <a:pt x="8856" y="267033"/>
                  </a:cubicBezTo>
                  <a:cubicBezTo>
                    <a:pt x="3186" y="261363"/>
                    <a:pt x="0" y="253672"/>
                    <a:pt x="0" y="245652"/>
                  </a:cubicBezTo>
                  <a:lnTo>
                    <a:pt x="0" y="30238"/>
                  </a:lnTo>
                  <a:cubicBezTo>
                    <a:pt x="0" y="22218"/>
                    <a:pt x="3186" y="14527"/>
                    <a:pt x="8856" y="8856"/>
                  </a:cubicBezTo>
                  <a:cubicBezTo>
                    <a:pt x="14527" y="3186"/>
                    <a:pt x="22218" y="0"/>
                    <a:pt x="30238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04775"/>
              <a:ext cx="4046014" cy="380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b="true" sz="35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Métodos de ordenamiento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62896" y="3941844"/>
            <a:ext cx="7263846" cy="4063787"/>
          </a:xfrm>
          <a:custGeom>
            <a:avLst/>
            <a:gdLst/>
            <a:ahLst/>
            <a:cxnLst/>
            <a:rect r="r" b="b" t="t" l="l"/>
            <a:pathLst>
              <a:path h="4063787" w="7263846">
                <a:moveTo>
                  <a:pt x="0" y="0"/>
                </a:moveTo>
                <a:lnTo>
                  <a:pt x="7263846" y="0"/>
                </a:lnTo>
                <a:lnTo>
                  <a:pt x="7263846" y="4063788"/>
                </a:lnTo>
                <a:lnTo>
                  <a:pt x="0" y="4063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76" r="0" b="-176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926529" y="3718731"/>
            <a:ext cx="6655334" cy="4435259"/>
          </a:xfrm>
          <a:custGeom>
            <a:avLst/>
            <a:gdLst/>
            <a:ahLst/>
            <a:cxnLst/>
            <a:rect r="r" b="b" t="t" l="l"/>
            <a:pathLst>
              <a:path h="4435259" w="6655334">
                <a:moveTo>
                  <a:pt x="0" y="0"/>
                </a:moveTo>
                <a:lnTo>
                  <a:pt x="6655334" y="0"/>
                </a:lnTo>
                <a:lnTo>
                  <a:pt x="6655334" y="4435259"/>
                </a:lnTo>
                <a:lnTo>
                  <a:pt x="0" y="44352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699826" y="2133074"/>
            <a:ext cx="6667955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Quicksort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24956" y="2289473"/>
            <a:ext cx="6665953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BURBUJA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0817513" y="-3911527"/>
            <a:ext cx="7470487" cy="5397427"/>
          </a:xfrm>
          <a:custGeom>
            <a:avLst/>
            <a:gdLst/>
            <a:ahLst/>
            <a:cxnLst/>
            <a:rect r="r" b="b" t="t" l="l"/>
            <a:pathLst>
              <a:path h="5397427" w="7470487">
                <a:moveTo>
                  <a:pt x="0" y="0"/>
                </a:moveTo>
                <a:lnTo>
                  <a:pt x="7470487" y="0"/>
                </a:lnTo>
                <a:lnTo>
                  <a:pt x="7470487" y="5397427"/>
                </a:lnTo>
                <a:lnTo>
                  <a:pt x="0" y="53974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6088924" y="653219"/>
            <a:ext cx="13745171" cy="10034901"/>
          </a:xfrm>
          <a:custGeom>
            <a:avLst/>
            <a:gdLst/>
            <a:ahLst/>
            <a:cxnLst/>
            <a:rect r="r" b="b" t="t" l="l"/>
            <a:pathLst>
              <a:path h="10034901" w="13745171">
                <a:moveTo>
                  <a:pt x="0" y="0"/>
                </a:moveTo>
                <a:lnTo>
                  <a:pt x="13745171" y="0"/>
                </a:lnTo>
                <a:lnTo>
                  <a:pt x="13745171" y="10034901"/>
                </a:lnTo>
                <a:lnTo>
                  <a:pt x="0" y="100349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3" t="0" r="-52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63891" y="3737582"/>
            <a:ext cx="10805604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60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CONTENIDO PRÁCTICO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128737" y="5238425"/>
            <a:ext cx="7475913" cy="864489"/>
            <a:chOff x="0" y="0"/>
            <a:chExt cx="1968965" cy="2276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68965" cy="227684"/>
            </a:xfrm>
            <a:custGeom>
              <a:avLst/>
              <a:gdLst/>
              <a:ahLst/>
              <a:cxnLst/>
              <a:rect r="r" b="b" t="t" l="l"/>
              <a:pathLst>
                <a:path h="227684" w="1968965">
                  <a:moveTo>
                    <a:pt x="62135" y="0"/>
                  </a:moveTo>
                  <a:lnTo>
                    <a:pt x="1906830" y="0"/>
                  </a:lnTo>
                  <a:cubicBezTo>
                    <a:pt x="1941146" y="0"/>
                    <a:pt x="1968965" y="27819"/>
                    <a:pt x="1968965" y="62135"/>
                  </a:cubicBezTo>
                  <a:lnTo>
                    <a:pt x="1968965" y="165549"/>
                  </a:lnTo>
                  <a:cubicBezTo>
                    <a:pt x="1968965" y="199866"/>
                    <a:pt x="1941146" y="227684"/>
                    <a:pt x="1906830" y="227684"/>
                  </a:cubicBezTo>
                  <a:lnTo>
                    <a:pt x="62135" y="227684"/>
                  </a:lnTo>
                  <a:cubicBezTo>
                    <a:pt x="27819" y="227684"/>
                    <a:pt x="0" y="199866"/>
                    <a:pt x="0" y="165549"/>
                  </a:cubicBezTo>
                  <a:lnTo>
                    <a:pt x="0" y="62135"/>
                  </a:lnTo>
                  <a:cubicBezTo>
                    <a:pt x="0" y="27819"/>
                    <a:pt x="27819" y="0"/>
                    <a:pt x="6213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68965" cy="26578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 marL="431799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E5E1DA"/>
                  </a:solidFill>
                  <a:latin typeface="Lato Bold"/>
                  <a:ea typeface="Lato Bold"/>
                  <a:cs typeface="Lato Bold"/>
                  <a:sym typeface="Lato Bold"/>
                </a:rPr>
                <a:t>Ejemplo conexión MySQL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28737" y="6290220"/>
            <a:ext cx="7475913" cy="864489"/>
            <a:chOff x="0" y="0"/>
            <a:chExt cx="1968965" cy="2276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68965" cy="227684"/>
            </a:xfrm>
            <a:custGeom>
              <a:avLst/>
              <a:gdLst/>
              <a:ahLst/>
              <a:cxnLst/>
              <a:rect r="r" b="b" t="t" l="l"/>
              <a:pathLst>
                <a:path h="227684" w="1968965">
                  <a:moveTo>
                    <a:pt x="62135" y="0"/>
                  </a:moveTo>
                  <a:lnTo>
                    <a:pt x="1906830" y="0"/>
                  </a:lnTo>
                  <a:cubicBezTo>
                    <a:pt x="1941146" y="0"/>
                    <a:pt x="1968965" y="27819"/>
                    <a:pt x="1968965" y="62135"/>
                  </a:cubicBezTo>
                  <a:lnTo>
                    <a:pt x="1968965" y="165549"/>
                  </a:lnTo>
                  <a:cubicBezTo>
                    <a:pt x="1968965" y="199866"/>
                    <a:pt x="1941146" y="227684"/>
                    <a:pt x="1906830" y="227684"/>
                  </a:cubicBezTo>
                  <a:lnTo>
                    <a:pt x="62135" y="227684"/>
                  </a:lnTo>
                  <a:cubicBezTo>
                    <a:pt x="27819" y="227684"/>
                    <a:pt x="0" y="199866"/>
                    <a:pt x="0" y="165549"/>
                  </a:cubicBezTo>
                  <a:lnTo>
                    <a:pt x="0" y="62135"/>
                  </a:lnTo>
                  <a:cubicBezTo>
                    <a:pt x="0" y="27819"/>
                    <a:pt x="27819" y="0"/>
                    <a:pt x="6213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68965" cy="26578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 marL="431799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E5E1DA"/>
                  </a:solidFill>
                  <a:latin typeface="Lato Bold"/>
                  <a:ea typeface="Lato Bold"/>
                  <a:cs typeface="Lato Bold"/>
                  <a:sym typeface="Lato Bold"/>
                </a:rPr>
                <a:t>Select, Updated, Delete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28737" y="7342016"/>
            <a:ext cx="7475913" cy="864489"/>
            <a:chOff x="0" y="0"/>
            <a:chExt cx="1968965" cy="2276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68965" cy="227684"/>
            </a:xfrm>
            <a:custGeom>
              <a:avLst/>
              <a:gdLst/>
              <a:ahLst/>
              <a:cxnLst/>
              <a:rect r="r" b="b" t="t" l="l"/>
              <a:pathLst>
                <a:path h="227684" w="1968965">
                  <a:moveTo>
                    <a:pt x="62135" y="0"/>
                  </a:moveTo>
                  <a:lnTo>
                    <a:pt x="1906830" y="0"/>
                  </a:lnTo>
                  <a:cubicBezTo>
                    <a:pt x="1941146" y="0"/>
                    <a:pt x="1968965" y="27819"/>
                    <a:pt x="1968965" y="62135"/>
                  </a:cubicBezTo>
                  <a:lnTo>
                    <a:pt x="1968965" y="165549"/>
                  </a:lnTo>
                  <a:cubicBezTo>
                    <a:pt x="1968965" y="199866"/>
                    <a:pt x="1941146" y="227684"/>
                    <a:pt x="1906830" y="227684"/>
                  </a:cubicBezTo>
                  <a:lnTo>
                    <a:pt x="62135" y="227684"/>
                  </a:lnTo>
                  <a:cubicBezTo>
                    <a:pt x="27819" y="227684"/>
                    <a:pt x="0" y="199866"/>
                    <a:pt x="0" y="165549"/>
                  </a:cubicBezTo>
                  <a:lnTo>
                    <a:pt x="0" y="62135"/>
                  </a:lnTo>
                  <a:cubicBezTo>
                    <a:pt x="0" y="27819"/>
                    <a:pt x="27819" y="0"/>
                    <a:pt x="6213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68965" cy="26578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 marL="431799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E5E1DA"/>
                  </a:solidFill>
                  <a:latin typeface="Lato Bold"/>
                  <a:ea typeface="Lato Bold"/>
                  <a:cs typeface="Lato Bold"/>
                  <a:sym typeface="Lato Bold"/>
                </a:rPr>
                <a:t>Preguntas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128737" y="8393811"/>
            <a:ext cx="7475913" cy="864489"/>
            <a:chOff x="0" y="0"/>
            <a:chExt cx="1968965" cy="2276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68965" cy="227684"/>
            </a:xfrm>
            <a:custGeom>
              <a:avLst/>
              <a:gdLst/>
              <a:ahLst/>
              <a:cxnLst/>
              <a:rect r="r" b="b" t="t" l="l"/>
              <a:pathLst>
                <a:path h="227684" w="1968965">
                  <a:moveTo>
                    <a:pt x="62135" y="0"/>
                  </a:moveTo>
                  <a:lnTo>
                    <a:pt x="1906830" y="0"/>
                  </a:lnTo>
                  <a:cubicBezTo>
                    <a:pt x="1941146" y="0"/>
                    <a:pt x="1968965" y="27819"/>
                    <a:pt x="1968965" y="62135"/>
                  </a:cubicBezTo>
                  <a:lnTo>
                    <a:pt x="1968965" y="165549"/>
                  </a:lnTo>
                  <a:cubicBezTo>
                    <a:pt x="1968965" y="199866"/>
                    <a:pt x="1941146" y="227684"/>
                    <a:pt x="1906830" y="227684"/>
                  </a:cubicBezTo>
                  <a:lnTo>
                    <a:pt x="62135" y="227684"/>
                  </a:lnTo>
                  <a:cubicBezTo>
                    <a:pt x="27819" y="227684"/>
                    <a:pt x="0" y="199866"/>
                    <a:pt x="0" y="165549"/>
                  </a:cubicBezTo>
                  <a:lnTo>
                    <a:pt x="0" y="62135"/>
                  </a:lnTo>
                  <a:cubicBezTo>
                    <a:pt x="0" y="27819"/>
                    <a:pt x="27819" y="0"/>
                    <a:pt x="6213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68965" cy="26578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 marL="431799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Burbuja y Quicksort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116894" y="-328376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410612">
            <a:off x="-4872238" y="7983792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6" y="0"/>
                </a:lnTo>
                <a:lnTo>
                  <a:pt x="9744476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08890" y="703495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703495"/>
            <a:ext cx="15338748" cy="650410"/>
            <a:chOff x="0" y="0"/>
            <a:chExt cx="4039835" cy="1713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39835" cy="171301"/>
            </a:xfrm>
            <a:custGeom>
              <a:avLst/>
              <a:gdLst/>
              <a:ahLst/>
              <a:cxnLst/>
              <a:rect r="r" b="b" t="t" l="l"/>
              <a:pathLst>
                <a:path h="171301" w="4039835">
                  <a:moveTo>
                    <a:pt x="30284" y="0"/>
                  </a:moveTo>
                  <a:lnTo>
                    <a:pt x="4009551" y="0"/>
                  </a:lnTo>
                  <a:cubicBezTo>
                    <a:pt x="4026276" y="0"/>
                    <a:pt x="4039835" y="13559"/>
                    <a:pt x="4039835" y="30284"/>
                  </a:cubicBezTo>
                  <a:lnTo>
                    <a:pt x="4039835" y="141018"/>
                  </a:lnTo>
                  <a:cubicBezTo>
                    <a:pt x="4039835" y="157743"/>
                    <a:pt x="4026276" y="171301"/>
                    <a:pt x="4009551" y="171301"/>
                  </a:cubicBezTo>
                  <a:lnTo>
                    <a:pt x="30284" y="171301"/>
                  </a:lnTo>
                  <a:cubicBezTo>
                    <a:pt x="13559" y="171301"/>
                    <a:pt x="0" y="157743"/>
                    <a:pt x="0" y="141018"/>
                  </a:cubicBezTo>
                  <a:lnTo>
                    <a:pt x="0" y="30284"/>
                  </a:lnTo>
                  <a:cubicBezTo>
                    <a:pt x="0" y="13559"/>
                    <a:pt x="13559" y="0"/>
                    <a:pt x="30284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39835" cy="20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8" id="8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5248953" y="5143500"/>
            <a:ext cx="7790095" cy="412875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3470574" y="3344840"/>
            <a:ext cx="11346851" cy="2153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4099" b="true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Conectar con el conocimiento es conectar con tu futuro.</a:t>
            </a:r>
          </a:p>
          <a:p>
            <a:pPr algn="ctr">
              <a:lnSpc>
                <a:spcPts val="573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699499" y="2340270"/>
            <a:ext cx="8889001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60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VALOR : COMPROMISO</a:t>
            </a:r>
          </a:p>
          <a:p>
            <a:pPr algn="ctr">
              <a:lnSpc>
                <a:spcPts val="6600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7410612">
            <a:off x="14711941" y="4835461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6" y="0"/>
                </a:lnTo>
                <a:lnTo>
                  <a:pt x="9744476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116894" y="-328376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410612">
            <a:off x="-4872238" y="7983792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6" y="0"/>
                </a:lnTo>
                <a:lnTo>
                  <a:pt x="9744476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08890" y="703495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703495"/>
            <a:ext cx="15338748" cy="650410"/>
            <a:chOff x="0" y="0"/>
            <a:chExt cx="4039835" cy="1713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39835" cy="171301"/>
            </a:xfrm>
            <a:custGeom>
              <a:avLst/>
              <a:gdLst/>
              <a:ahLst/>
              <a:cxnLst/>
              <a:rect r="r" b="b" t="t" l="l"/>
              <a:pathLst>
                <a:path h="171301" w="4039835">
                  <a:moveTo>
                    <a:pt x="30284" y="0"/>
                  </a:moveTo>
                  <a:lnTo>
                    <a:pt x="4009551" y="0"/>
                  </a:lnTo>
                  <a:cubicBezTo>
                    <a:pt x="4026276" y="0"/>
                    <a:pt x="4039835" y="13559"/>
                    <a:pt x="4039835" y="30284"/>
                  </a:cubicBezTo>
                  <a:lnTo>
                    <a:pt x="4039835" y="141018"/>
                  </a:lnTo>
                  <a:cubicBezTo>
                    <a:pt x="4039835" y="157743"/>
                    <a:pt x="4026276" y="171301"/>
                    <a:pt x="4009551" y="171301"/>
                  </a:cubicBezTo>
                  <a:lnTo>
                    <a:pt x="30284" y="171301"/>
                  </a:lnTo>
                  <a:cubicBezTo>
                    <a:pt x="13559" y="171301"/>
                    <a:pt x="0" y="157743"/>
                    <a:pt x="0" y="141018"/>
                  </a:cubicBezTo>
                  <a:lnTo>
                    <a:pt x="0" y="30284"/>
                  </a:lnTo>
                  <a:cubicBezTo>
                    <a:pt x="0" y="13559"/>
                    <a:pt x="13559" y="0"/>
                    <a:pt x="30284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39835" cy="20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572147" y="3500228"/>
            <a:ext cx="11143706" cy="5951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76"/>
              </a:lnSpc>
            </a:pPr>
            <a:r>
              <a:rPr lang="en-US" b="true" sz="3054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Auxiliar - creador: Julio Alfredo Fernández Rodríguez</a:t>
            </a:r>
          </a:p>
          <a:p>
            <a:pPr algn="ctr" marL="0" indent="0" lvl="0">
              <a:lnSpc>
                <a:spcPts val="4276"/>
              </a:lnSpc>
            </a:pPr>
          </a:p>
          <a:p>
            <a:pPr algn="ctr" marL="0" indent="0" lvl="0">
              <a:lnSpc>
                <a:spcPts val="4276"/>
              </a:lnSpc>
            </a:pPr>
            <a:r>
              <a:rPr lang="en-US" b="true" sz="3054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Microsoft: https://visualstudio.microsoft.com/es/vs/</a:t>
            </a:r>
          </a:p>
          <a:p>
            <a:pPr algn="ctr" marL="0" indent="0" lvl="0">
              <a:lnSpc>
                <a:spcPts val="4276"/>
              </a:lnSpc>
            </a:pPr>
            <a:r>
              <a:rPr lang="en-US" b="true" sz="3054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Lectura:</a:t>
            </a:r>
          </a:p>
          <a:p>
            <a:pPr algn="ctr" marL="0" indent="0" lvl="0">
              <a:lnSpc>
                <a:spcPts val="4276"/>
              </a:lnSpc>
            </a:pPr>
          </a:p>
          <a:p>
            <a:pPr algn="ctr" marL="0" indent="0" lvl="0">
              <a:lnSpc>
                <a:spcPts val="4276"/>
              </a:lnSpc>
            </a:pPr>
            <a:r>
              <a:rPr lang="en-US" b="true" sz="3054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Documentación de MySQL Workbench</a:t>
            </a:r>
          </a:p>
          <a:p>
            <a:pPr algn="ctr" marL="0" indent="0" lvl="0">
              <a:lnSpc>
                <a:spcPts val="4276"/>
              </a:lnSpc>
            </a:pPr>
            <a:r>
              <a:rPr lang="en-US" b="true" sz="3054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https://www.mysql.com/products/workbench/</a:t>
            </a:r>
          </a:p>
          <a:p>
            <a:pPr algn="ctr" marL="0" indent="0" lvl="0">
              <a:lnSpc>
                <a:spcPts val="4276"/>
              </a:lnSpc>
            </a:pPr>
          </a:p>
          <a:p>
            <a:pPr algn="ctr" marL="0" indent="0" lvl="0">
              <a:lnSpc>
                <a:spcPts val="4276"/>
              </a:lnSpc>
            </a:pPr>
            <a:r>
              <a:rPr lang="en-US" b="true" sz="3054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Documentación extra por si quieres estudiar más consultas:</a:t>
            </a:r>
          </a:p>
          <a:p>
            <a:pPr algn="ctr">
              <a:lnSpc>
                <a:spcPts val="4276"/>
              </a:lnSpc>
              <a:spcBef>
                <a:spcPct val="0"/>
              </a:spcBef>
            </a:pPr>
            <a:r>
              <a:rPr lang="en-US" b="true" sz="3054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https://es.khanacademy.org/computing/computer-programming/sql-documentation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99499" y="2340270"/>
            <a:ext cx="8889001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60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REFERENCIAS</a:t>
            </a:r>
          </a:p>
          <a:p>
            <a:pPr algn="ctr">
              <a:lnSpc>
                <a:spcPts val="6600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7410612">
            <a:off x="14711941" y="4835461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6" y="0"/>
                </a:lnTo>
                <a:lnTo>
                  <a:pt x="9744476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48440" y="4077814"/>
            <a:ext cx="13991101" cy="938698"/>
          </a:xfrm>
          <a:custGeom>
            <a:avLst/>
            <a:gdLst/>
            <a:ahLst/>
            <a:cxnLst/>
            <a:rect r="r" b="b" t="t" l="l"/>
            <a:pathLst>
              <a:path h="938698" w="13991101">
                <a:moveTo>
                  <a:pt x="0" y="0"/>
                </a:moveTo>
                <a:lnTo>
                  <a:pt x="13991101" y="0"/>
                </a:lnTo>
                <a:lnTo>
                  <a:pt x="13991101" y="938699"/>
                </a:lnTo>
                <a:lnTo>
                  <a:pt x="0" y="938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3"/>
            <a:ext cx="4695577" cy="6434680"/>
          </a:xfrm>
          <a:custGeom>
            <a:avLst/>
            <a:gdLst/>
            <a:ahLst/>
            <a:cxnLst/>
            <a:rect r="r" b="b" t="t" l="l"/>
            <a:pathLst>
              <a:path h="6434680" w="4695577">
                <a:moveTo>
                  <a:pt x="0" y="0"/>
                </a:moveTo>
                <a:lnTo>
                  <a:pt x="4695577" y="0"/>
                </a:lnTo>
                <a:lnTo>
                  <a:pt x="4695577" y="6434681"/>
                </a:lnTo>
                <a:lnTo>
                  <a:pt x="0" y="6434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65513" y="3899840"/>
            <a:ext cx="5457663" cy="1171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7"/>
              </a:lnSpc>
            </a:pPr>
            <a:r>
              <a:rPr lang="en-US" b="true" sz="6098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Ejemplo práctico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7410612">
            <a:off x="13053498" y="438980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5483940" y="-2493221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6266538" cy="5143510"/>
          </a:xfrm>
          <a:custGeom>
            <a:avLst/>
            <a:gdLst/>
            <a:ahLst/>
            <a:cxnLst/>
            <a:rect r="r" b="b" t="t" l="l"/>
            <a:pathLst>
              <a:path h="5143510" w="16266538">
                <a:moveTo>
                  <a:pt x="0" y="0"/>
                </a:moveTo>
                <a:lnTo>
                  <a:pt x="16266538" y="0"/>
                </a:lnTo>
                <a:lnTo>
                  <a:pt x="16266538" y="5143509"/>
                </a:lnTo>
                <a:lnTo>
                  <a:pt x="0" y="5143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39110" y="3899840"/>
            <a:ext cx="8771439" cy="1171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7"/>
              </a:lnSpc>
            </a:pPr>
            <a:r>
              <a:rPr lang="en-US" b="true" sz="6098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Practiquemos lo aprendido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7410612">
            <a:off x="13053498" y="438980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410612">
            <a:off x="-3843538" y="-2298060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6" y="0"/>
                </a:lnTo>
                <a:lnTo>
                  <a:pt x="9744476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97" y="0"/>
            <a:ext cx="18254196" cy="10287000"/>
          </a:xfrm>
          <a:custGeom>
            <a:avLst/>
            <a:gdLst/>
            <a:ahLst/>
            <a:cxnLst/>
            <a:rect r="r" b="b" t="t" l="l"/>
            <a:pathLst>
              <a:path h="10287000" w="18254196">
                <a:moveTo>
                  <a:pt x="0" y="0"/>
                </a:moveTo>
                <a:lnTo>
                  <a:pt x="18254196" y="0"/>
                </a:lnTo>
                <a:lnTo>
                  <a:pt x="182541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97" y="0"/>
            <a:ext cx="18254196" cy="10287000"/>
          </a:xfrm>
          <a:custGeom>
            <a:avLst/>
            <a:gdLst/>
            <a:ahLst/>
            <a:cxnLst/>
            <a:rect r="r" b="b" t="t" l="l"/>
            <a:pathLst>
              <a:path h="10287000" w="18254196">
                <a:moveTo>
                  <a:pt x="0" y="0"/>
                </a:moveTo>
                <a:lnTo>
                  <a:pt x="18254196" y="0"/>
                </a:lnTo>
                <a:lnTo>
                  <a:pt x="182541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3503" y="1434227"/>
            <a:ext cx="18407624" cy="4333504"/>
          </a:xfrm>
          <a:custGeom>
            <a:avLst/>
            <a:gdLst/>
            <a:ahLst/>
            <a:cxnLst/>
            <a:rect r="r" b="b" t="t" l="l"/>
            <a:pathLst>
              <a:path h="4333504" w="18407624">
                <a:moveTo>
                  <a:pt x="0" y="0"/>
                </a:moveTo>
                <a:lnTo>
                  <a:pt x="18407624" y="0"/>
                </a:lnTo>
                <a:lnTo>
                  <a:pt x="18407624" y="4333503"/>
                </a:lnTo>
                <a:lnTo>
                  <a:pt x="0" y="43335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7872" y="1726416"/>
            <a:ext cx="5276736" cy="2466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7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Nombre de la actividad:</a:t>
            </a:r>
          </a:p>
          <a:p>
            <a:pPr algn="l">
              <a:lnSpc>
                <a:spcPts val="3407"/>
              </a:lnSpc>
            </a:pPr>
          </a:p>
          <a:p>
            <a:pPr algn="l">
              <a:lnSpc>
                <a:spcPts val="2253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Cantidad de participantes:</a:t>
            </a:r>
          </a:p>
          <a:p>
            <a:pPr algn="l">
              <a:lnSpc>
                <a:spcPts val="2253"/>
              </a:lnSpc>
            </a:pPr>
          </a:p>
          <a:p>
            <a:pPr algn="l">
              <a:lnSpc>
                <a:spcPts val="2254"/>
              </a:lnSpc>
            </a:pPr>
          </a:p>
          <a:p>
            <a:pPr algn="l">
              <a:lnSpc>
                <a:spcPts val="1399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Doy fe que esta actividad está </a:t>
            </a:r>
          </a:p>
          <a:p>
            <a:pPr algn="l">
              <a:lnSpc>
                <a:spcPts val="5415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planificada en dtt (Sí/No):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37374" y="2159213"/>
            <a:ext cx="2677535" cy="2009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7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Hora de inicio:</a:t>
            </a:r>
          </a:p>
          <a:p>
            <a:pPr algn="l">
              <a:lnSpc>
                <a:spcPts val="3407"/>
              </a:lnSpc>
            </a:pPr>
          </a:p>
          <a:p>
            <a:pPr algn="l">
              <a:lnSpc>
                <a:spcPts val="4561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Hora de fin:</a:t>
            </a:r>
          </a:p>
          <a:p>
            <a:pPr algn="l">
              <a:lnSpc>
                <a:spcPts val="5415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Duración (min):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975" y="4205792"/>
            <a:ext cx="15022439" cy="743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7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Participantes: llenar las siguientes cajas de texto (tomar información del chat del meet)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11101" y="7899740"/>
            <a:ext cx="13465807" cy="719452"/>
          </a:xfrm>
          <a:custGeom>
            <a:avLst/>
            <a:gdLst/>
            <a:ahLst/>
            <a:cxnLst/>
            <a:rect r="r" b="b" t="t" l="l"/>
            <a:pathLst>
              <a:path h="719452" w="13465807">
                <a:moveTo>
                  <a:pt x="0" y="0"/>
                </a:moveTo>
                <a:lnTo>
                  <a:pt x="13465807" y="0"/>
                </a:lnTo>
                <a:lnTo>
                  <a:pt x="13465807" y="719452"/>
                </a:lnTo>
                <a:lnTo>
                  <a:pt x="0" y="719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28895" y="3328653"/>
            <a:ext cx="9830209" cy="2458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83"/>
              </a:lnSpc>
            </a:pPr>
            <a:r>
              <a:rPr lang="en-US" b="true" sz="759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¡GRACIAS POR SU ATENCIÓN!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506497" y="7677045"/>
            <a:ext cx="71761" cy="556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20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7410612">
            <a:off x="-5492251" y="-1610060"/>
            <a:ext cx="9744477" cy="7019444"/>
          </a:xfrm>
          <a:custGeom>
            <a:avLst/>
            <a:gdLst/>
            <a:ahLst/>
            <a:cxnLst/>
            <a:rect r="r" b="b" t="t" l="l"/>
            <a:pathLst>
              <a:path h="7019444" w="9744477">
                <a:moveTo>
                  <a:pt x="0" y="0"/>
                </a:moveTo>
                <a:lnTo>
                  <a:pt x="9744477" y="0"/>
                </a:lnTo>
                <a:lnTo>
                  <a:pt x="9744477" y="7019444"/>
                </a:lnTo>
                <a:lnTo>
                  <a:pt x="0" y="7019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98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10612">
            <a:off x="15041393" y="1090224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6" y="0"/>
                </a:lnTo>
                <a:lnTo>
                  <a:pt x="9744476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18626" y="6399970"/>
            <a:ext cx="15450757" cy="3301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9"/>
              </a:lnSpc>
            </a:pPr>
          </a:p>
          <a:p>
            <a:pPr algn="ctr">
              <a:lnSpc>
                <a:spcPts val="4409"/>
              </a:lnSpc>
            </a:pPr>
          </a:p>
          <a:p>
            <a:pPr algn="ctr">
              <a:lnSpc>
                <a:spcPts val="4409"/>
              </a:lnSpc>
            </a:pPr>
            <a:r>
              <a:rPr lang="en-US" b="true" sz="314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RECUERDA QUE TENEMOS NUESTRO FORO SEMANAL DONDE PUEDES CONSULTAR CUALQUIER DUDA QUE TE SURJA EN LA SEMANA</a:t>
            </a:r>
          </a:p>
          <a:p>
            <a:pPr algn="ctr">
              <a:lnSpc>
                <a:spcPts val="4409"/>
              </a:lnSpc>
            </a:pPr>
          </a:p>
          <a:p>
            <a:pPr algn="ctr">
              <a:lnSpc>
                <a:spcPts val="440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418622" y="6304720"/>
            <a:ext cx="15450757" cy="1035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49"/>
              </a:lnSpc>
              <a:spcBef>
                <a:spcPct val="0"/>
              </a:spcBef>
            </a:pPr>
            <a:r>
              <a:rPr lang="en-US" b="true" sz="57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Dudas ¿?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DAG7hN6ws5Q</dc:identifier>
  <dcterms:modified xsi:type="dcterms:W3CDTF">2011-08-01T06:04:30Z</dcterms:modified>
  <cp:revision>1</cp:revision>
  <dc:title>1s2026_Semana_10</dc:title>
</cp:coreProperties>
</file>