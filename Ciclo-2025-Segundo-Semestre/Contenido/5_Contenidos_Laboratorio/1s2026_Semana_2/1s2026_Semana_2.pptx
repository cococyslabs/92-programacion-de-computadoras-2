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1 Bold" charset="1" panose="00000000000000000000"/>
      <p:regular r:id="rId24"/>
    </p:embeddedFont>
    <p:embeddedFont>
      <p:font typeface="Open Sans 1" charset="1" panose="00000000000000000000"/>
      <p:regular r:id="rId25"/>
    </p:embeddedFont>
    <p:embeddedFont>
      <p:font typeface="Nunito Bold" charset="1" panose="00000000000000000000"/>
      <p:regular r:id="rId26"/>
    </p:embeddedFont>
    <p:embeddedFont>
      <p:font typeface="Impact" charset="1" panose="020B0806030902050204"/>
      <p:regular r:id="rId27"/>
    </p:embeddedFont>
    <p:embeddedFont>
      <p:font typeface="Nunito" charset="1" panose="00000000000000000000"/>
      <p:regular r:id="rId28"/>
    </p:embeddedFont>
    <p:embeddedFont>
      <p:font typeface="Arial" charset="1" panose="020B0604020202020204"/>
      <p:regular r:id="rId29"/>
    </p:embeddedFont>
    <p:embeddedFont>
      <p:font typeface="Arial Bold" charset="1" panose="020B07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sv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14156" y="5948674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719112" y="1965752"/>
          <a:ext cx="4335670" cy="1619250"/>
        </p:xfrm>
        <a:graphic>
          <a:graphicData uri="http://schemas.openxmlformats.org/drawingml/2006/table">
            <a:tbl>
              <a:tblPr/>
              <a:tblGrid>
                <a:gridCol w="2560477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03/02/2026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12:25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226976" y="6107722"/>
            <a:ext cx="606878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96363" y="4787582"/>
            <a:ext cx="4931229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41000"/>
            </a:blip>
            <a:srcRect l="20343" t="0" r="20343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712533" y="1135530"/>
            <a:ext cx="8232425" cy="337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38"/>
              </a:lnSpc>
            </a:pPr>
            <a:r>
              <a:rPr lang="en-US" sz="9170">
                <a:solidFill>
                  <a:srgbClr val="F4EADB"/>
                </a:solidFill>
                <a:latin typeface="Impact"/>
                <a:ea typeface="Impact"/>
                <a:cs typeface="Impact"/>
                <a:sym typeface="Impact"/>
              </a:rPr>
              <a:t>Variables y Tipos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63331" y="4656129"/>
            <a:ext cx="173082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4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Clase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524" y="7479106"/>
            <a:ext cx="7244443" cy="66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44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Programacion de computadoras 2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8924" y="8220075"/>
            <a:ext cx="6939643" cy="43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b="true" sz="2498">
                <a:solidFill>
                  <a:srgbClr val="E2E2E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Escuela de Ingenieria de Ciencias Y Sistemas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27483" y="8735729"/>
            <a:ext cx="3591677" cy="46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b="true" sz="2498">
                <a:solidFill>
                  <a:srgbClr val="E2E2E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Facultad de Ingenieria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924" y="9405641"/>
            <a:ext cx="6528797" cy="32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b="true" sz="2498">
                <a:solidFill>
                  <a:srgbClr val="E2E2E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8653" y="4644561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8"/>
                </a:lnTo>
                <a:lnTo>
                  <a:pt x="0" y="550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1758" y="3429733"/>
            <a:ext cx="753894" cy="872928"/>
          </a:xfrm>
          <a:custGeom>
            <a:avLst/>
            <a:gdLst/>
            <a:ahLst/>
            <a:cxnLst/>
            <a:rect r="r" b="b" t="t" l="l"/>
            <a:pathLst>
              <a:path h="872928" w="753894">
                <a:moveTo>
                  <a:pt x="0" y="0"/>
                </a:moveTo>
                <a:lnTo>
                  <a:pt x="753894" y="0"/>
                </a:lnTo>
                <a:lnTo>
                  <a:pt x="753894" y="872929"/>
                </a:lnTo>
                <a:lnTo>
                  <a:pt x="0" y="872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1748" y="490899"/>
            <a:ext cx="7710297" cy="2308946"/>
          </a:xfrm>
          <a:custGeom>
            <a:avLst/>
            <a:gdLst/>
            <a:ahLst/>
            <a:cxnLst/>
            <a:rect r="r" b="b" t="t" l="l"/>
            <a:pathLst>
              <a:path h="2308946" w="7710297">
                <a:moveTo>
                  <a:pt x="0" y="0"/>
                </a:moveTo>
                <a:lnTo>
                  <a:pt x="7710297" y="0"/>
                </a:lnTo>
                <a:lnTo>
                  <a:pt x="7710297" y="2308946"/>
                </a:lnTo>
                <a:lnTo>
                  <a:pt x="0" y="230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8653" y="5623284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653" y="6604854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653" y="7604636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8"/>
                </a:lnTo>
                <a:lnTo>
                  <a:pt x="0" y="550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8653" y="5623284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8653" y="6604854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8653" y="7690361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8653" y="8811958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8"/>
                </a:lnTo>
                <a:lnTo>
                  <a:pt x="0" y="550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1758" y="1188358"/>
            <a:ext cx="605664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15000">
                <a:solidFill>
                  <a:srgbClr val="E2E2E2"/>
                </a:solidFill>
                <a:latin typeface="Impact"/>
                <a:ea typeface="Impact"/>
                <a:cs typeface="Impact"/>
                <a:sym typeface="Impact"/>
              </a:rPr>
              <a:t>Agenda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9317" y="1188358"/>
            <a:ext cx="656272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15000">
                <a:solidFill>
                  <a:srgbClr val="E2E2E2"/>
                </a:solidFill>
                <a:latin typeface="Impact"/>
                <a:ea typeface="Impact"/>
                <a:cs typeface="Impact"/>
                <a:sym typeface="Impact"/>
              </a:rPr>
              <a:t>Recursos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3492" y="4597565"/>
            <a:ext cx="4016375" cy="520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udas de clase o generales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Anuncios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Contenido Laboratorio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Lectura Explicativa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Dudas del tema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803492" y="3417647"/>
            <a:ext cx="2572742" cy="100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RECORDATORIOS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537308" y="3277333"/>
            <a:ext cx="5646743" cy="193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  <a:spcBef>
                <a:spcPct val="0"/>
              </a:spcBef>
            </a:pPr>
            <a:r>
              <a:rPr lang="en-US" sz="3098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Ver en el apartado material de apoyo en Uedi.</a:t>
            </a:r>
          </a:p>
          <a:p>
            <a:pPr algn="ctr">
              <a:lnSpc>
                <a:spcPts val="5206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5938508"/>
            <a:ext cx="18288000" cy="4348492"/>
            <a:chOff x="0" y="0"/>
            <a:chExt cx="24384000" cy="5797989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10">
              <a:alphaModFix amt="41000"/>
            </a:blip>
            <a:srcRect l="0" t="31961" r="0" b="17979"/>
            <a:stretch>
              <a:fillRect/>
            </a:stretch>
          </p:blipFill>
          <p:spPr>
            <a:xfrm flipH="false" flipV="false">
              <a:off x="0" y="0"/>
              <a:ext cx="24384000" cy="5797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63363" y="1181095"/>
            <a:ext cx="5234359" cy="7173011"/>
          </a:xfrm>
          <a:custGeom>
            <a:avLst/>
            <a:gdLst/>
            <a:ahLst/>
            <a:cxnLst/>
            <a:rect r="r" b="b" t="t" l="l"/>
            <a:pathLst>
              <a:path h="7173011" w="5234359">
                <a:moveTo>
                  <a:pt x="0" y="0"/>
                </a:moveTo>
                <a:lnTo>
                  <a:pt x="5234359" y="0"/>
                </a:lnTo>
                <a:lnTo>
                  <a:pt x="5234359" y="7173011"/>
                </a:lnTo>
                <a:lnTo>
                  <a:pt x="0" y="7173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2212" y="2313251"/>
            <a:ext cx="11211020" cy="788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7559" indent="-308780" lvl="1">
              <a:lnSpc>
                <a:spcPts val="4805"/>
              </a:lnSpc>
              <a:buFont typeface="Arial"/>
              <a:buChar char="•"/>
            </a:pPr>
            <a:r>
              <a:rPr lang="en-US" sz="2860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Introducir Temas fundamentales de programación mediante presentaciones y documentación para facilitar la comprensión inicial y contextualización del estudiante.</a:t>
            </a:r>
          </a:p>
          <a:p>
            <a:pPr algn="just">
              <a:lnSpc>
                <a:spcPts val="4805"/>
              </a:lnSpc>
            </a:pPr>
          </a:p>
          <a:p>
            <a:pPr algn="just" marL="617559" indent="-308780" lvl="1">
              <a:lnSpc>
                <a:spcPts val="4805"/>
              </a:lnSpc>
              <a:buFont typeface="Arial"/>
              <a:buChar char="•"/>
            </a:pPr>
            <a:r>
              <a:rPr lang="en-US" sz="2860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Implementa Estructuras de Control procedimientos en VB.NET mediante variables condicionales ciclos para desarrollar soluciones informaticas que automaticen procesos de gestión de datos </a:t>
            </a:r>
          </a:p>
          <a:p>
            <a:pPr algn="just">
              <a:lnSpc>
                <a:spcPts val="4805"/>
              </a:lnSpc>
            </a:pPr>
          </a:p>
          <a:p>
            <a:pPr algn="just" marL="617559" indent="-308780" lvl="1">
              <a:lnSpc>
                <a:spcPts val="4805"/>
              </a:lnSpc>
              <a:buFont typeface="Arial"/>
              <a:buChar char="•"/>
            </a:pPr>
            <a:r>
              <a:rPr lang="en-US" sz="2860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Desarrolla Interfaces gráficas funcionales haciendo uso de controles básicos, como textbox, label, combobox capturar mostrar los datos de forma eficiente </a:t>
            </a:r>
          </a:p>
          <a:p>
            <a:pPr algn="just">
              <a:lnSpc>
                <a:spcPts val="4805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704058" y="2745783"/>
            <a:ext cx="4545381" cy="4795433"/>
            <a:chOff x="0" y="0"/>
            <a:chExt cx="2077720" cy="2192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526" y="-1637"/>
              <a:ext cx="2078246" cy="2191971"/>
            </a:xfrm>
            <a:custGeom>
              <a:avLst/>
              <a:gdLst/>
              <a:ahLst/>
              <a:cxnLst/>
              <a:rect r="r" b="b" t="t" l="l"/>
              <a:pathLst>
                <a:path h="2191971" w="2078246">
                  <a:moveTo>
                    <a:pt x="2078246" y="394067"/>
                  </a:moveTo>
                  <a:cubicBezTo>
                    <a:pt x="2076976" y="394067"/>
                    <a:pt x="2075706" y="394067"/>
                    <a:pt x="2074436" y="392797"/>
                  </a:cubicBezTo>
                  <a:cubicBezTo>
                    <a:pt x="2068086" y="391527"/>
                    <a:pt x="2060466" y="392797"/>
                    <a:pt x="2056656" y="386447"/>
                  </a:cubicBezTo>
                  <a:cubicBezTo>
                    <a:pt x="2055386" y="383907"/>
                    <a:pt x="2051576" y="381367"/>
                    <a:pt x="2049036" y="380097"/>
                  </a:cubicBezTo>
                  <a:cubicBezTo>
                    <a:pt x="2043956" y="375017"/>
                    <a:pt x="2037606" y="369937"/>
                    <a:pt x="2031256" y="364857"/>
                  </a:cubicBezTo>
                  <a:lnTo>
                    <a:pt x="2019826" y="353427"/>
                  </a:lnTo>
                  <a:cubicBezTo>
                    <a:pt x="2018556" y="352157"/>
                    <a:pt x="2018556" y="350887"/>
                    <a:pt x="2018556" y="349617"/>
                  </a:cubicBezTo>
                  <a:cubicBezTo>
                    <a:pt x="2016016" y="347077"/>
                    <a:pt x="2012206" y="344537"/>
                    <a:pt x="2008396" y="344537"/>
                  </a:cubicBezTo>
                  <a:cubicBezTo>
                    <a:pt x="2002046" y="343267"/>
                    <a:pt x="1995696" y="343267"/>
                    <a:pt x="1989346" y="341997"/>
                  </a:cubicBezTo>
                  <a:lnTo>
                    <a:pt x="1984266" y="341997"/>
                  </a:lnTo>
                  <a:cubicBezTo>
                    <a:pt x="1977916" y="339457"/>
                    <a:pt x="1972836" y="338187"/>
                    <a:pt x="1966486" y="339457"/>
                  </a:cubicBezTo>
                  <a:cubicBezTo>
                    <a:pt x="1963946" y="339457"/>
                    <a:pt x="1961406" y="339457"/>
                    <a:pt x="1960136" y="336917"/>
                  </a:cubicBezTo>
                  <a:cubicBezTo>
                    <a:pt x="1958866" y="334377"/>
                    <a:pt x="1956326" y="333107"/>
                    <a:pt x="1955056" y="331837"/>
                  </a:cubicBezTo>
                  <a:cubicBezTo>
                    <a:pt x="1952516" y="329297"/>
                    <a:pt x="1948706" y="328027"/>
                    <a:pt x="1946166" y="326757"/>
                  </a:cubicBezTo>
                  <a:cubicBezTo>
                    <a:pt x="1941086" y="322947"/>
                    <a:pt x="1937276" y="319137"/>
                    <a:pt x="1930926" y="319137"/>
                  </a:cubicBezTo>
                  <a:cubicBezTo>
                    <a:pt x="1925846" y="319137"/>
                    <a:pt x="1920766" y="317867"/>
                    <a:pt x="1915686" y="316597"/>
                  </a:cubicBezTo>
                  <a:cubicBezTo>
                    <a:pt x="1914416" y="316597"/>
                    <a:pt x="1914416" y="316597"/>
                    <a:pt x="1914416" y="315327"/>
                  </a:cubicBezTo>
                  <a:cubicBezTo>
                    <a:pt x="1910606" y="310247"/>
                    <a:pt x="1904256" y="308977"/>
                    <a:pt x="1897906" y="308977"/>
                  </a:cubicBezTo>
                  <a:cubicBezTo>
                    <a:pt x="1895366" y="308977"/>
                    <a:pt x="1892826" y="307707"/>
                    <a:pt x="1892826" y="306437"/>
                  </a:cubicBezTo>
                  <a:cubicBezTo>
                    <a:pt x="1891556" y="302627"/>
                    <a:pt x="1889016" y="301357"/>
                    <a:pt x="1886476" y="301357"/>
                  </a:cubicBezTo>
                  <a:cubicBezTo>
                    <a:pt x="1882666" y="301357"/>
                    <a:pt x="1878856" y="300087"/>
                    <a:pt x="1876316" y="301357"/>
                  </a:cubicBezTo>
                  <a:cubicBezTo>
                    <a:pt x="1866156" y="305167"/>
                    <a:pt x="1858536" y="297547"/>
                    <a:pt x="1849646" y="296277"/>
                  </a:cubicBezTo>
                  <a:lnTo>
                    <a:pt x="1848376" y="295007"/>
                  </a:lnTo>
                  <a:cubicBezTo>
                    <a:pt x="1845836" y="288657"/>
                    <a:pt x="1839486" y="288657"/>
                    <a:pt x="1833136" y="287387"/>
                  </a:cubicBezTo>
                  <a:cubicBezTo>
                    <a:pt x="1833136" y="286117"/>
                    <a:pt x="1834406" y="286117"/>
                    <a:pt x="1834406" y="284847"/>
                  </a:cubicBezTo>
                  <a:cubicBezTo>
                    <a:pt x="1833136" y="284847"/>
                    <a:pt x="1831866" y="286117"/>
                    <a:pt x="1829326" y="286117"/>
                  </a:cubicBezTo>
                  <a:cubicBezTo>
                    <a:pt x="1828056" y="286117"/>
                    <a:pt x="1825516" y="287387"/>
                    <a:pt x="1824246" y="286117"/>
                  </a:cubicBezTo>
                  <a:cubicBezTo>
                    <a:pt x="1821706" y="282307"/>
                    <a:pt x="1817896" y="278497"/>
                    <a:pt x="1817896" y="274687"/>
                  </a:cubicBezTo>
                  <a:cubicBezTo>
                    <a:pt x="1817896" y="270877"/>
                    <a:pt x="1814086" y="270877"/>
                    <a:pt x="1812816" y="269607"/>
                  </a:cubicBezTo>
                  <a:lnTo>
                    <a:pt x="1810276" y="269607"/>
                  </a:lnTo>
                  <a:cubicBezTo>
                    <a:pt x="1805196" y="264527"/>
                    <a:pt x="1800116" y="263257"/>
                    <a:pt x="1793766" y="267067"/>
                  </a:cubicBezTo>
                  <a:cubicBezTo>
                    <a:pt x="1792496" y="263257"/>
                    <a:pt x="1795036" y="258177"/>
                    <a:pt x="1789956" y="256907"/>
                  </a:cubicBezTo>
                  <a:lnTo>
                    <a:pt x="1789956" y="255637"/>
                  </a:lnTo>
                  <a:cubicBezTo>
                    <a:pt x="1792496" y="249287"/>
                    <a:pt x="1788686" y="245477"/>
                    <a:pt x="1783606" y="242937"/>
                  </a:cubicBezTo>
                  <a:cubicBezTo>
                    <a:pt x="1779796" y="240397"/>
                    <a:pt x="1778526" y="237857"/>
                    <a:pt x="1778526" y="234047"/>
                  </a:cubicBezTo>
                  <a:lnTo>
                    <a:pt x="1778526" y="228967"/>
                  </a:lnTo>
                  <a:cubicBezTo>
                    <a:pt x="1773446" y="227697"/>
                    <a:pt x="1770906" y="222617"/>
                    <a:pt x="1768366" y="218807"/>
                  </a:cubicBezTo>
                  <a:cubicBezTo>
                    <a:pt x="1767096" y="213727"/>
                    <a:pt x="1764556" y="209917"/>
                    <a:pt x="1762016" y="206107"/>
                  </a:cubicBezTo>
                  <a:cubicBezTo>
                    <a:pt x="1759476" y="202297"/>
                    <a:pt x="1754396" y="199757"/>
                    <a:pt x="1754396" y="193407"/>
                  </a:cubicBezTo>
                  <a:cubicBezTo>
                    <a:pt x="1754396" y="189597"/>
                    <a:pt x="1753126" y="185787"/>
                    <a:pt x="1751856" y="181977"/>
                  </a:cubicBezTo>
                  <a:cubicBezTo>
                    <a:pt x="1749316" y="176897"/>
                    <a:pt x="1746776" y="173087"/>
                    <a:pt x="1742966" y="168007"/>
                  </a:cubicBezTo>
                  <a:cubicBezTo>
                    <a:pt x="1745506" y="164197"/>
                    <a:pt x="1748046" y="161657"/>
                    <a:pt x="1744236" y="157847"/>
                  </a:cubicBezTo>
                  <a:lnTo>
                    <a:pt x="1744236" y="155307"/>
                  </a:lnTo>
                  <a:cubicBezTo>
                    <a:pt x="1744236" y="154037"/>
                    <a:pt x="1742966" y="152767"/>
                    <a:pt x="1742966" y="151497"/>
                  </a:cubicBezTo>
                  <a:cubicBezTo>
                    <a:pt x="1741696" y="150227"/>
                    <a:pt x="1739156" y="148957"/>
                    <a:pt x="1737886" y="147687"/>
                  </a:cubicBezTo>
                  <a:cubicBezTo>
                    <a:pt x="1734076" y="143877"/>
                    <a:pt x="1731536" y="138797"/>
                    <a:pt x="1725186" y="141337"/>
                  </a:cubicBezTo>
                  <a:cubicBezTo>
                    <a:pt x="1722646" y="136257"/>
                    <a:pt x="1721376" y="131177"/>
                    <a:pt x="1720106" y="126097"/>
                  </a:cubicBezTo>
                  <a:cubicBezTo>
                    <a:pt x="1718836" y="122287"/>
                    <a:pt x="1717566" y="119747"/>
                    <a:pt x="1716296" y="115937"/>
                  </a:cubicBezTo>
                  <a:lnTo>
                    <a:pt x="1716296" y="114667"/>
                  </a:lnTo>
                  <a:cubicBezTo>
                    <a:pt x="1718836" y="109587"/>
                    <a:pt x="1715026" y="105777"/>
                    <a:pt x="1715026" y="101967"/>
                  </a:cubicBezTo>
                  <a:cubicBezTo>
                    <a:pt x="1715026" y="99427"/>
                    <a:pt x="1712486" y="96887"/>
                    <a:pt x="1711216" y="94347"/>
                  </a:cubicBezTo>
                  <a:cubicBezTo>
                    <a:pt x="1709946" y="90537"/>
                    <a:pt x="1706136" y="87997"/>
                    <a:pt x="1706136" y="84187"/>
                  </a:cubicBezTo>
                  <a:lnTo>
                    <a:pt x="1706136" y="63867"/>
                  </a:lnTo>
                  <a:cubicBezTo>
                    <a:pt x="1704866" y="56247"/>
                    <a:pt x="1702326" y="52437"/>
                    <a:pt x="1693436" y="51167"/>
                  </a:cubicBezTo>
                  <a:cubicBezTo>
                    <a:pt x="1692166" y="51167"/>
                    <a:pt x="1690896" y="51167"/>
                    <a:pt x="1690896" y="49897"/>
                  </a:cubicBezTo>
                  <a:cubicBezTo>
                    <a:pt x="1688356" y="46087"/>
                    <a:pt x="1684546" y="44817"/>
                    <a:pt x="1679466" y="43547"/>
                  </a:cubicBezTo>
                  <a:cubicBezTo>
                    <a:pt x="1675656" y="43547"/>
                    <a:pt x="1673116" y="43547"/>
                    <a:pt x="1670576" y="44817"/>
                  </a:cubicBezTo>
                  <a:cubicBezTo>
                    <a:pt x="1664226" y="48627"/>
                    <a:pt x="1657876" y="52437"/>
                    <a:pt x="1652796" y="57517"/>
                  </a:cubicBezTo>
                  <a:cubicBezTo>
                    <a:pt x="1646446" y="62597"/>
                    <a:pt x="1641366" y="66407"/>
                    <a:pt x="1633746" y="62597"/>
                  </a:cubicBezTo>
                  <a:lnTo>
                    <a:pt x="1631206" y="62597"/>
                  </a:lnTo>
                  <a:cubicBezTo>
                    <a:pt x="1628666" y="61327"/>
                    <a:pt x="1624856" y="60057"/>
                    <a:pt x="1622316" y="58787"/>
                  </a:cubicBezTo>
                  <a:cubicBezTo>
                    <a:pt x="1621046" y="60057"/>
                    <a:pt x="1619776" y="61327"/>
                    <a:pt x="1615966" y="60057"/>
                  </a:cubicBezTo>
                  <a:cubicBezTo>
                    <a:pt x="1608346" y="58787"/>
                    <a:pt x="1601996" y="57517"/>
                    <a:pt x="1595646" y="52437"/>
                  </a:cubicBezTo>
                  <a:cubicBezTo>
                    <a:pt x="1594376" y="51167"/>
                    <a:pt x="1591836" y="51167"/>
                    <a:pt x="1590566" y="51167"/>
                  </a:cubicBezTo>
                  <a:cubicBezTo>
                    <a:pt x="1585486" y="49897"/>
                    <a:pt x="1579136" y="48627"/>
                    <a:pt x="1572786" y="46087"/>
                  </a:cubicBezTo>
                  <a:cubicBezTo>
                    <a:pt x="1577866" y="42277"/>
                    <a:pt x="1576596" y="39737"/>
                    <a:pt x="1574056" y="37197"/>
                  </a:cubicBezTo>
                  <a:cubicBezTo>
                    <a:pt x="1570246" y="32117"/>
                    <a:pt x="1565166" y="32117"/>
                    <a:pt x="1561356" y="34657"/>
                  </a:cubicBezTo>
                  <a:cubicBezTo>
                    <a:pt x="1552466" y="38467"/>
                    <a:pt x="1543576" y="43547"/>
                    <a:pt x="1533416" y="47357"/>
                  </a:cubicBezTo>
                  <a:cubicBezTo>
                    <a:pt x="1529606" y="49897"/>
                    <a:pt x="1524526" y="51167"/>
                    <a:pt x="1519446" y="52437"/>
                  </a:cubicBezTo>
                  <a:cubicBezTo>
                    <a:pt x="1515636" y="53707"/>
                    <a:pt x="1511826" y="52437"/>
                    <a:pt x="1508016" y="53707"/>
                  </a:cubicBezTo>
                  <a:cubicBezTo>
                    <a:pt x="1504206" y="54977"/>
                    <a:pt x="1500396" y="56247"/>
                    <a:pt x="1495316" y="54977"/>
                  </a:cubicBezTo>
                  <a:cubicBezTo>
                    <a:pt x="1494046" y="54977"/>
                    <a:pt x="1491506" y="56247"/>
                    <a:pt x="1490236" y="56247"/>
                  </a:cubicBezTo>
                  <a:cubicBezTo>
                    <a:pt x="1487696" y="57517"/>
                    <a:pt x="1486426" y="58787"/>
                    <a:pt x="1483886" y="57517"/>
                  </a:cubicBezTo>
                  <a:cubicBezTo>
                    <a:pt x="1478806" y="57517"/>
                    <a:pt x="1476266" y="60057"/>
                    <a:pt x="1473726" y="62597"/>
                  </a:cubicBezTo>
                  <a:cubicBezTo>
                    <a:pt x="1471186" y="65137"/>
                    <a:pt x="1468646" y="70217"/>
                    <a:pt x="1466106" y="71487"/>
                  </a:cubicBezTo>
                  <a:cubicBezTo>
                    <a:pt x="1462296" y="72757"/>
                    <a:pt x="1459756" y="75297"/>
                    <a:pt x="1457216" y="77837"/>
                  </a:cubicBezTo>
                  <a:cubicBezTo>
                    <a:pt x="1454676" y="80377"/>
                    <a:pt x="1452136" y="81647"/>
                    <a:pt x="1449596" y="82917"/>
                  </a:cubicBezTo>
                  <a:cubicBezTo>
                    <a:pt x="1445786" y="85457"/>
                    <a:pt x="1441976" y="86727"/>
                    <a:pt x="1438166" y="89267"/>
                  </a:cubicBezTo>
                  <a:cubicBezTo>
                    <a:pt x="1434356" y="93077"/>
                    <a:pt x="1429276" y="95617"/>
                    <a:pt x="1424196" y="95617"/>
                  </a:cubicBezTo>
                  <a:cubicBezTo>
                    <a:pt x="1419116" y="96887"/>
                    <a:pt x="1412766" y="96887"/>
                    <a:pt x="1407686" y="100697"/>
                  </a:cubicBezTo>
                  <a:cubicBezTo>
                    <a:pt x="1407686" y="100697"/>
                    <a:pt x="1406416" y="101967"/>
                    <a:pt x="1405146" y="101967"/>
                  </a:cubicBezTo>
                  <a:cubicBezTo>
                    <a:pt x="1400066" y="101967"/>
                    <a:pt x="1394986" y="100697"/>
                    <a:pt x="1389906" y="100697"/>
                  </a:cubicBezTo>
                  <a:cubicBezTo>
                    <a:pt x="1386096" y="100697"/>
                    <a:pt x="1379746" y="99427"/>
                    <a:pt x="1377206" y="105777"/>
                  </a:cubicBezTo>
                  <a:cubicBezTo>
                    <a:pt x="1377206" y="105777"/>
                    <a:pt x="1375936" y="107047"/>
                    <a:pt x="1374666" y="107047"/>
                  </a:cubicBezTo>
                  <a:cubicBezTo>
                    <a:pt x="1370856" y="108317"/>
                    <a:pt x="1367046" y="110857"/>
                    <a:pt x="1363236" y="112127"/>
                  </a:cubicBezTo>
                  <a:cubicBezTo>
                    <a:pt x="1363236" y="114667"/>
                    <a:pt x="1359426" y="115937"/>
                    <a:pt x="1356886" y="115937"/>
                  </a:cubicBezTo>
                  <a:cubicBezTo>
                    <a:pt x="1345456" y="114667"/>
                    <a:pt x="1335296" y="114667"/>
                    <a:pt x="1323866" y="110857"/>
                  </a:cubicBezTo>
                  <a:cubicBezTo>
                    <a:pt x="1318786" y="109587"/>
                    <a:pt x="1313706" y="107047"/>
                    <a:pt x="1307356" y="104507"/>
                  </a:cubicBezTo>
                  <a:cubicBezTo>
                    <a:pt x="1306086" y="104507"/>
                    <a:pt x="1304816" y="103237"/>
                    <a:pt x="1303546" y="103237"/>
                  </a:cubicBezTo>
                  <a:cubicBezTo>
                    <a:pt x="1294656" y="103237"/>
                    <a:pt x="1285766" y="104507"/>
                    <a:pt x="1275606" y="104507"/>
                  </a:cubicBezTo>
                  <a:lnTo>
                    <a:pt x="1274336" y="104507"/>
                  </a:lnTo>
                  <a:cubicBezTo>
                    <a:pt x="1269256" y="101967"/>
                    <a:pt x="1262906" y="103237"/>
                    <a:pt x="1257826" y="107047"/>
                  </a:cubicBezTo>
                  <a:cubicBezTo>
                    <a:pt x="1256556" y="108317"/>
                    <a:pt x="1254016" y="109587"/>
                    <a:pt x="1252746" y="109587"/>
                  </a:cubicBezTo>
                  <a:cubicBezTo>
                    <a:pt x="1246396" y="108317"/>
                    <a:pt x="1241316" y="107047"/>
                    <a:pt x="1234966" y="105777"/>
                  </a:cubicBezTo>
                  <a:cubicBezTo>
                    <a:pt x="1228616" y="104507"/>
                    <a:pt x="1223536" y="103237"/>
                    <a:pt x="1217186" y="103237"/>
                  </a:cubicBezTo>
                  <a:cubicBezTo>
                    <a:pt x="1212106" y="103237"/>
                    <a:pt x="1207026" y="101967"/>
                    <a:pt x="1201946" y="99427"/>
                  </a:cubicBezTo>
                  <a:cubicBezTo>
                    <a:pt x="1196866" y="96887"/>
                    <a:pt x="1191786" y="95617"/>
                    <a:pt x="1186706" y="93077"/>
                  </a:cubicBezTo>
                  <a:cubicBezTo>
                    <a:pt x="1184166" y="91807"/>
                    <a:pt x="1180356" y="91807"/>
                    <a:pt x="1176546" y="90537"/>
                  </a:cubicBezTo>
                  <a:cubicBezTo>
                    <a:pt x="1176546" y="86727"/>
                    <a:pt x="1177816" y="84187"/>
                    <a:pt x="1177816" y="81647"/>
                  </a:cubicBezTo>
                  <a:cubicBezTo>
                    <a:pt x="1171466" y="84187"/>
                    <a:pt x="1167656" y="82917"/>
                    <a:pt x="1163846" y="80377"/>
                  </a:cubicBezTo>
                  <a:cubicBezTo>
                    <a:pt x="1161306" y="79107"/>
                    <a:pt x="1157496" y="79107"/>
                    <a:pt x="1154956" y="77837"/>
                  </a:cubicBezTo>
                  <a:lnTo>
                    <a:pt x="1151146" y="77837"/>
                  </a:lnTo>
                  <a:cubicBezTo>
                    <a:pt x="1146066" y="75297"/>
                    <a:pt x="1139716" y="75297"/>
                    <a:pt x="1133366" y="75297"/>
                  </a:cubicBezTo>
                  <a:cubicBezTo>
                    <a:pt x="1125746" y="75297"/>
                    <a:pt x="1116856" y="74027"/>
                    <a:pt x="1109236" y="68947"/>
                  </a:cubicBezTo>
                  <a:cubicBezTo>
                    <a:pt x="1102886" y="65137"/>
                    <a:pt x="1095266" y="62597"/>
                    <a:pt x="1087646" y="63867"/>
                  </a:cubicBezTo>
                  <a:cubicBezTo>
                    <a:pt x="1083836" y="65137"/>
                    <a:pt x="1080026" y="67677"/>
                    <a:pt x="1076216" y="68947"/>
                  </a:cubicBezTo>
                  <a:cubicBezTo>
                    <a:pt x="1069866" y="71487"/>
                    <a:pt x="1064786" y="76567"/>
                    <a:pt x="1058436" y="79107"/>
                  </a:cubicBezTo>
                  <a:cubicBezTo>
                    <a:pt x="1052086" y="81647"/>
                    <a:pt x="1044466" y="84187"/>
                    <a:pt x="1036846" y="86727"/>
                  </a:cubicBezTo>
                  <a:cubicBezTo>
                    <a:pt x="1033036" y="87997"/>
                    <a:pt x="1029226" y="90537"/>
                    <a:pt x="1025416" y="91807"/>
                  </a:cubicBezTo>
                  <a:cubicBezTo>
                    <a:pt x="1019066" y="94347"/>
                    <a:pt x="1013986" y="95617"/>
                    <a:pt x="1007636" y="98157"/>
                  </a:cubicBezTo>
                  <a:cubicBezTo>
                    <a:pt x="1003826" y="99427"/>
                    <a:pt x="998746" y="103237"/>
                    <a:pt x="994936" y="104507"/>
                  </a:cubicBezTo>
                  <a:cubicBezTo>
                    <a:pt x="987316" y="107047"/>
                    <a:pt x="979696" y="110857"/>
                    <a:pt x="970806" y="112127"/>
                  </a:cubicBezTo>
                  <a:cubicBezTo>
                    <a:pt x="966996" y="113397"/>
                    <a:pt x="965726" y="115937"/>
                    <a:pt x="963186" y="117207"/>
                  </a:cubicBezTo>
                  <a:lnTo>
                    <a:pt x="951756" y="121017"/>
                  </a:lnTo>
                  <a:cubicBezTo>
                    <a:pt x="944136" y="123557"/>
                    <a:pt x="937786" y="126097"/>
                    <a:pt x="930166" y="127367"/>
                  </a:cubicBezTo>
                  <a:cubicBezTo>
                    <a:pt x="926356" y="128637"/>
                    <a:pt x="921276" y="129907"/>
                    <a:pt x="917466" y="131177"/>
                  </a:cubicBezTo>
                  <a:cubicBezTo>
                    <a:pt x="916196" y="131177"/>
                    <a:pt x="916196" y="132447"/>
                    <a:pt x="914926" y="132447"/>
                  </a:cubicBezTo>
                  <a:cubicBezTo>
                    <a:pt x="912386" y="134987"/>
                    <a:pt x="909846" y="137527"/>
                    <a:pt x="906036" y="138797"/>
                  </a:cubicBezTo>
                  <a:cubicBezTo>
                    <a:pt x="899686" y="141337"/>
                    <a:pt x="893336" y="143877"/>
                    <a:pt x="886986" y="145147"/>
                  </a:cubicBezTo>
                  <a:cubicBezTo>
                    <a:pt x="884446" y="146417"/>
                    <a:pt x="880636" y="146417"/>
                    <a:pt x="878096" y="146417"/>
                  </a:cubicBezTo>
                  <a:cubicBezTo>
                    <a:pt x="870476" y="147687"/>
                    <a:pt x="862856" y="151497"/>
                    <a:pt x="855236" y="154037"/>
                  </a:cubicBezTo>
                  <a:cubicBezTo>
                    <a:pt x="848886" y="156577"/>
                    <a:pt x="842536" y="157847"/>
                    <a:pt x="837456" y="160387"/>
                  </a:cubicBezTo>
                  <a:cubicBezTo>
                    <a:pt x="829836" y="162927"/>
                    <a:pt x="822216" y="165467"/>
                    <a:pt x="818406" y="173087"/>
                  </a:cubicBezTo>
                  <a:cubicBezTo>
                    <a:pt x="818406" y="174357"/>
                    <a:pt x="815866" y="174357"/>
                    <a:pt x="815866" y="174357"/>
                  </a:cubicBezTo>
                  <a:cubicBezTo>
                    <a:pt x="812056" y="175627"/>
                    <a:pt x="806976" y="176897"/>
                    <a:pt x="803166" y="178167"/>
                  </a:cubicBezTo>
                  <a:cubicBezTo>
                    <a:pt x="801896" y="179437"/>
                    <a:pt x="800626" y="178167"/>
                    <a:pt x="800626" y="176897"/>
                  </a:cubicBezTo>
                  <a:cubicBezTo>
                    <a:pt x="799356" y="171817"/>
                    <a:pt x="799356" y="165467"/>
                    <a:pt x="791736" y="162927"/>
                  </a:cubicBezTo>
                  <a:lnTo>
                    <a:pt x="790466" y="161657"/>
                  </a:lnTo>
                  <a:cubicBezTo>
                    <a:pt x="790466" y="155307"/>
                    <a:pt x="785386" y="152767"/>
                    <a:pt x="780306" y="150227"/>
                  </a:cubicBezTo>
                  <a:cubicBezTo>
                    <a:pt x="775226" y="147687"/>
                    <a:pt x="771416" y="146417"/>
                    <a:pt x="767606" y="141337"/>
                  </a:cubicBezTo>
                  <a:cubicBezTo>
                    <a:pt x="765066" y="137527"/>
                    <a:pt x="759986" y="134987"/>
                    <a:pt x="756176" y="131177"/>
                  </a:cubicBezTo>
                  <a:cubicBezTo>
                    <a:pt x="752366" y="128637"/>
                    <a:pt x="747286" y="127367"/>
                    <a:pt x="744746" y="122287"/>
                  </a:cubicBezTo>
                  <a:cubicBezTo>
                    <a:pt x="743476" y="119747"/>
                    <a:pt x="740936" y="118477"/>
                    <a:pt x="738396" y="115937"/>
                  </a:cubicBezTo>
                  <a:cubicBezTo>
                    <a:pt x="739666" y="115937"/>
                    <a:pt x="737126" y="115937"/>
                    <a:pt x="735856" y="114667"/>
                  </a:cubicBezTo>
                  <a:cubicBezTo>
                    <a:pt x="734586" y="113397"/>
                    <a:pt x="733316" y="113397"/>
                    <a:pt x="732046" y="112127"/>
                  </a:cubicBezTo>
                  <a:cubicBezTo>
                    <a:pt x="730776" y="109587"/>
                    <a:pt x="729506" y="107047"/>
                    <a:pt x="725696" y="107047"/>
                  </a:cubicBezTo>
                  <a:cubicBezTo>
                    <a:pt x="724426" y="107047"/>
                    <a:pt x="723156" y="105777"/>
                    <a:pt x="721886" y="104507"/>
                  </a:cubicBezTo>
                  <a:cubicBezTo>
                    <a:pt x="720616" y="104507"/>
                    <a:pt x="719346" y="103237"/>
                    <a:pt x="716806" y="103237"/>
                  </a:cubicBezTo>
                  <a:lnTo>
                    <a:pt x="701566" y="95617"/>
                  </a:lnTo>
                  <a:cubicBezTo>
                    <a:pt x="697756" y="93077"/>
                    <a:pt x="693946" y="89267"/>
                    <a:pt x="688866" y="87997"/>
                  </a:cubicBezTo>
                  <a:cubicBezTo>
                    <a:pt x="681246" y="85457"/>
                    <a:pt x="674896" y="81647"/>
                    <a:pt x="669816" y="75297"/>
                  </a:cubicBezTo>
                  <a:cubicBezTo>
                    <a:pt x="664736" y="68947"/>
                    <a:pt x="658386" y="65137"/>
                    <a:pt x="650766" y="61327"/>
                  </a:cubicBezTo>
                  <a:cubicBezTo>
                    <a:pt x="646956" y="58787"/>
                    <a:pt x="643146" y="57517"/>
                    <a:pt x="640606" y="56247"/>
                  </a:cubicBezTo>
                  <a:cubicBezTo>
                    <a:pt x="635526" y="52437"/>
                    <a:pt x="629176" y="49897"/>
                    <a:pt x="622826" y="47357"/>
                  </a:cubicBezTo>
                  <a:cubicBezTo>
                    <a:pt x="625366" y="43547"/>
                    <a:pt x="624096" y="43547"/>
                    <a:pt x="621556" y="42277"/>
                  </a:cubicBezTo>
                  <a:cubicBezTo>
                    <a:pt x="619016" y="41007"/>
                    <a:pt x="616476" y="41007"/>
                    <a:pt x="615206" y="39737"/>
                  </a:cubicBezTo>
                  <a:cubicBezTo>
                    <a:pt x="613936" y="35927"/>
                    <a:pt x="610126" y="35927"/>
                    <a:pt x="607586" y="33387"/>
                  </a:cubicBezTo>
                  <a:cubicBezTo>
                    <a:pt x="603776" y="29577"/>
                    <a:pt x="598696" y="25767"/>
                    <a:pt x="594886" y="21957"/>
                  </a:cubicBezTo>
                  <a:cubicBezTo>
                    <a:pt x="593616" y="20687"/>
                    <a:pt x="592346" y="19417"/>
                    <a:pt x="591076" y="19417"/>
                  </a:cubicBezTo>
                  <a:cubicBezTo>
                    <a:pt x="580916" y="18147"/>
                    <a:pt x="573296" y="11797"/>
                    <a:pt x="564406" y="7987"/>
                  </a:cubicBezTo>
                  <a:cubicBezTo>
                    <a:pt x="563136" y="6717"/>
                    <a:pt x="560596" y="5447"/>
                    <a:pt x="559326" y="5447"/>
                  </a:cubicBezTo>
                  <a:cubicBezTo>
                    <a:pt x="554246" y="5447"/>
                    <a:pt x="549166" y="6717"/>
                    <a:pt x="542816" y="6717"/>
                  </a:cubicBezTo>
                  <a:cubicBezTo>
                    <a:pt x="537736" y="6717"/>
                    <a:pt x="531386" y="5447"/>
                    <a:pt x="526306" y="4177"/>
                  </a:cubicBezTo>
                  <a:cubicBezTo>
                    <a:pt x="521226" y="2907"/>
                    <a:pt x="516146" y="2907"/>
                    <a:pt x="511066" y="367"/>
                  </a:cubicBezTo>
                  <a:cubicBezTo>
                    <a:pt x="505986" y="-903"/>
                    <a:pt x="502176" y="1637"/>
                    <a:pt x="498366" y="367"/>
                  </a:cubicBezTo>
                  <a:cubicBezTo>
                    <a:pt x="495826" y="1637"/>
                    <a:pt x="489476" y="4177"/>
                    <a:pt x="485666" y="6717"/>
                  </a:cubicBezTo>
                  <a:cubicBezTo>
                    <a:pt x="480586" y="9257"/>
                    <a:pt x="475506" y="13067"/>
                    <a:pt x="470426" y="16877"/>
                  </a:cubicBezTo>
                  <a:cubicBezTo>
                    <a:pt x="464076" y="20687"/>
                    <a:pt x="456456" y="24497"/>
                    <a:pt x="448836" y="28307"/>
                  </a:cubicBezTo>
                  <a:cubicBezTo>
                    <a:pt x="447566" y="29577"/>
                    <a:pt x="445026" y="29577"/>
                    <a:pt x="442486" y="28307"/>
                  </a:cubicBezTo>
                  <a:cubicBezTo>
                    <a:pt x="439946" y="27037"/>
                    <a:pt x="437406" y="28307"/>
                    <a:pt x="434866" y="29577"/>
                  </a:cubicBezTo>
                  <a:cubicBezTo>
                    <a:pt x="431056" y="32117"/>
                    <a:pt x="425976" y="33387"/>
                    <a:pt x="422166" y="35927"/>
                  </a:cubicBezTo>
                  <a:cubicBezTo>
                    <a:pt x="415816" y="41007"/>
                    <a:pt x="409466" y="47357"/>
                    <a:pt x="400576" y="48627"/>
                  </a:cubicBezTo>
                  <a:cubicBezTo>
                    <a:pt x="395496" y="48627"/>
                    <a:pt x="390416" y="52437"/>
                    <a:pt x="385336" y="52437"/>
                  </a:cubicBezTo>
                  <a:cubicBezTo>
                    <a:pt x="381526" y="52437"/>
                    <a:pt x="378986" y="52437"/>
                    <a:pt x="375176" y="53707"/>
                  </a:cubicBezTo>
                  <a:cubicBezTo>
                    <a:pt x="370096" y="54977"/>
                    <a:pt x="365016" y="57517"/>
                    <a:pt x="358666" y="57517"/>
                  </a:cubicBezTo>
                  <a:cubicBezTo>
                    <a:pt x="351046" y="57517"/>
                    <a:pt x="344696" y="61327"/>
                    <a:pt x="337076" y="63867"/>
                  </a:cubicBezTo>
                  <a:cubicBezTo>
                    <a:pt x="329456" y="67677"/>
                    <a:pt x="323106" y="71487"/>
                    <a:pt x="315486" y="75297"/>
                  </a:cubicBezTo>
                  <a:cubicBezTo>
                    <a:pt x="310406" y="77837"/>
                    <a:pt x="305326" y="77837"/>
                    <a:pt x="298976" y="76567"/>
                  </a:cubicBezTo>
                  <a:cubicBezTo>
                    <a:pt x="295166" y="76567"/>
                    <a:pt x="292626" y="75297"/>
                    <a:pt x="290086" y="77837"/>
                  </a:cubicBezTo>
                  <a:lnTo>
                    <a:pt x="278656" y="85457"/>
                  </a:lnTo>
                  <a:cubicBezTo>
                    <a:pt x="273576" y="89267"/>
                    <a:pt x="269766" y="94347"/>
                    <a:pt x="265956" y="98157"/>
                  </a:cubicBezTo>
                  <a:cubicBezTo>
                    <a:pt x="260876" y="104507"/>
                    <a:pt x="258336" y="112127"/>
                    <a:pt x="250716" y="115937"/>
                  </a:cubicBezTo>
                  <a:cubicBezTo>
                    <a:pt x="249446" y="117207"/>
                    <a:pt x="248176" y="119747"/>
                    <a:pt x="246906" y="122287"/>
                  </a:cubicBezTo>
                  <a:cubicBezTo>
                    <a:pt x="245636" y="123557"/>
                    <a:pt x="245636" y="124827"/>
                    <a:pt x="244366" y="126097"/>
                  </a:cubicBezTo>
                  <a:cubicBezTo>
                    <a:pt x="240556" y="129907"/>
                    <a:pt x="236746" y="133717"/>
                    <a:pt x="234206" y="138797"/>
                  </a:cubicBezTo>
                  <a:cubicBezTo>
                    <a:pt x="231666" y="143877"/>
                    <a:pt x="225316" y="145147"/>
                    <a:pt x="222776" y="148957"/>
                  </a:cubicBezTo>
                  <a:cubicBezTo>
                    <a:pt x="218966" y="154037"/>
                    <a:pt x="211346" y="156577"/>
                    <a:pt x="206266" y="159117"/>
                  </a:cubicBezTo>
                  <a:cubicBezTo>
                    <a:pt x="198646" y="162927"/>
                    <a:pt x="192296" y="168007"/>
                    <a:pt x="188486" y="175627"/>
                  </a:cubicBezTo>
                  <a:cubicBezTo>
                    <a:pt x="188486" y="176897"/>
                    <a:pt x="188486" y="176897"/>
                    <a:pt x="187216" y="178167"/>
                  </a:cubicBezTo>
                  <a:cubicBezTo>
                    <a:pt x="178326" y="183247"/>
                    <a:pt x="169436" y="187057"/>
                    <a:pt x="160546" y="192137"/>
                  </a:cubicBezTo>
                  <a:cubicBezTo>
                    <a:pt x="154196" y="195947"/>
                    <a:pt x="146576" y="195947"/>
                    <a:pt x="140226" y="201027"/>
                  </a:cubicBezTo>
                  <a:cubicBezTo>
                    <a:pt x="137686" y="203567"/>
                    <a:pt x="133876" y="204837"/>
                    <a:pt x="130066" y="206107"/>
                  </a:cubicBezTo>
                  <a:cubicBezTo>
                    <a:pt x="122446" y="209917"/>
                    <a:pt x="114826" y="211187"/>
                    <a:pt x="109746" y="217537"/>
                  </a:cubicBezTo>
                  <a:cubicBezTo>
                    <a:pt x="103396" y="225157"/>
                    <a:pt x="94506" y="227697"/>
                    <a:pt x="88156" y="232777"/>
                  </a:cubicBezTo>
                  <a:cubicBezTo>
                    <a:pt x="79266" y="239127"/>
                    <a:pt x="70376" y="245477"/>
                    <a:pt x="61486" y="253097"/>
                  </a:cubicBezTo>
                  <a:cubicBezTo>
                    <a:pt x="56406" y="255637"/>
                    <a:pt x="51326" y="256907"/>
                    <a:pt x="46246" y="254367"/>
                  </a:cubicBezTo>
                  <a:cubicBezTo>
                    <a:pt x="43706" y="253097"/>
                    <a:pt x="41166" y="251827"/>
                    <a:pt x="39896" y="253097"/>
                  </a:cubicBezTo>
                  <a:cubicBezTo>
                    <a:pt x="34816" y="256907"/>
                    <a:pt x="28466" y="258177"/>
                    <a:pt x="22116" y="259447"/>
                  </a:cubicBezTo>
                  <a:cubicBezTo>
                    <a:pt x="20846" y="259447"/>
                    <a:pt x="19576" y="260717"/>
                    <a:pt x="18306" y="260717"/>
                  </a:cubicBezTo>
                  <a:cubicBezTo>
                    <a:pt x="15766" y="406767"/>
                    <a:pt x="9416" y="554087"/>
                    <a:pt x="3066" y="700137"/>
                  </a:cubicBezTo>
                  <a:cubicBezTo>
                    <a:pt x="-3284" y="857617"/>
                    <a:pt x="6876" y="994777"/>
                    <a:pt x="5606" y="1152257"/>
                  </a:cubicBezTo>
                  <a:cubicBezTo>
                    <a:pt x="4336" y="1311007"/>
                    <a:pt x="-7094" y="1486267"/>
                    <a:pt x="6876" y="1643747"/>
                  </a:cubicBezTo>
                  <a:cubicBezTo>
                    <a:pt x="19576" y="1799957"/>
                    <a:pt x="34816" y="1956167"/>
                    <a:pt x="47516" y="2112377"/>
                  </a:cubicBezTo>
                  <a:lnTo>
                    <a:pt x="48786" y="2112377"/>
                  </a:lnTo>
                  <a:cubicBezTo>
                    <a:pt x="53866" y="2111107"/>
                    <a:pt x="58946" y="2111107"/>
                    <a:pt x="65296" y="2111107"/>
                  </a:cubicBezTo>
                  <a:cubicBezTo>
                    <a:pt x="72916" y="2109837"/>
                    <a:pt x="79266" y="2107297"/>
                    <a:pt x="86886" y="2107297"/>
                  </a:cubicBezTo>
                  <a:cubicBezTo>
                    <a:pt x="95776" y="2107297"/>
                    <a:pt x="104666" y="2108567"/>
                    <a:pt x="113556" y="2108567"/>
                  </a:cubicBezTo>
                  <a:cubicBezTo>
                    <a:pt x="122446" y="2108567"/>
                    <a:pt x="131336" y="2109837"/>
                    <a:pt x="138956" y="2111107"/>
                  </a:cubicBezTo>
                  <a:cubicBezTo>
                    <a:pt x="146576" y="2112377"/>
                    <a:pt x="152926" y="2112377"/>
                    <a:pt x="159276" y="2108567"/>
                  </a:cubicBezTo>
                  <a:lnTo>
                    <a:pt x="160546" y="2108567"/>
                  </a:lnTo>
                  <a:cubicBezTo>
                    <a:pt x="168166" y="2107297"/>
                    <a:pt x="175786" y="2106027"/>
                    <a:pt x="184676" y="2104757"/>
                  </a:cubicBezTo>
                  <a:cubicBezTo>
                    <a:pt x="187216" y="2104757"/>
                    <a:pt x="191026" y="2104757"/>
                    <a:pt x="192296" y="2106027"/>
                  </a:cubicBezTo>
                  <a:cubicBezTo>
                    <a:pt x="197376" y="2111107"/>
                    <a:pt x="202456" y="2109837"/>
                    <a:pt x="208806" y="2108567"/>
                  </a:cubicBezTo>
                  <a:cubicBezTo>
                    <a:pt x="215156" y="2107297"/>
                    <a:pt x="218966" y="2108567"/>
                    <a:pt x="224046" y="2111107"/>
                  </a:cubicBezTo>
                  <a:cubicBezTo>
                    <a:pt x="226586" y="2112377"/>
                    <a:pt x="229126" y="2112377"/>
                    <a:pt x="231666" y="2112377"/>
                  </a:cubicBezTo>
                  <a:lnTo>
                    <a:pt x="248176" y="2112377"/>
                  </a:lnTo>
                  <a:cubicBezTo>
                    <a:pt x="251986" y="2112377"/>
                    <a:pt x="255796" y="2114917"/>
                    <a:pt x="259606" y="2114917"/>
                  </a:cubicBezTo>
                  <a:cubicBezTo>
                    <a:pt x="264686" y="2116187"/>
                    <a:pt x="271036" y="2116187"/>
                    <a:pt x="276116" y="2116187"/>
                  </a:cubicBezTo>
                  <a:cubicBezTo>
                    <a:pt x="278656" y="2116187"/>
                    <a:pt x="281196" y="2118727"/>
                    <a:pt x="282466" y="2119997"/>
                  </a:cubicBezTo>
                  <a:cubicBezTo>
                    <a:pt x="293896" y="2123807"/>
                    <a:pt x="304056" y="2121267"/>
                    <a:pt x="315486" y="2121267"/>
                  </a:cubicBezTo>
                  <a:cubicBezTo>
                    <a:pt x="318026" y="2121267"/>
                    <a:pt x="320566" y="2118727"/>
                    <a:pt x="323106" y="2118727"/>
                  </a:cubicBezTo>
                  <a:cubicBezTo>
                    <a:pt x="331996" y="2117457"/>
                    <a:pt x="339616" y="2118727"/>
                    <a:pt x="347236" y="2122537"/>
                  </a:cubicBezTo>
                  <a:cubicBezTo>
                    <a:pt x="351046" y="2123807"/>
                    <a:pt x="356126" y="2123807"/>
                    <a:pt x="361206" y="2123807"/>
                  </a:cubicBezTo>
                  <a:lnTo>
                    <a:pt x="365016" y="2123807"/>
                  </a:lnTo>
                  <a:cubicBezTo>
                    <a:pt x="370096" y="2125077"/>
                    <a:pt x="373906" y="2127617"/>
                    <a:pt x="378986" y="2126347"/>
                  </a:cubicBezTo>
                  <a:cubicBezTo>
                    <a:pt x="385336" y="2125077"/>
                    <a:pt x="391686" y="2125077"/>
                    <a:pt x="399306" y="2123807"/>
                  </a:cubicBezTo>
                  <a:cubicBezTo>
                    <a:pt x="405656" y="2122537"/>
                    <a:pt x="412006" y="2123807"/>
                    <a:pt x="418356" y="2125077"/>
                  </a:cubicBezTo>
                  <a:cubicBezTo>
                    <a:pt x="419626" y="2125077"/>
                    <a:pt x="420896" y="2126347"/>
                    <a:pt x="422166" y="2125077"/>
                  </a:cubicBezTo>
                  <a:cubicBezTo>
                    <a:pt x="428516" y="2123807"/>
                    <a:pt x="433596" y="2121267"/>
                    <a:pt x="439946" y="2122537"/>
                  </a:cubicBezTo>
                  <a:cubicBezTo>
                    <a:pt x="445026" y="2123807"/>
                    <a:pt x="448836" y="2125077"/>
                    <a:pt x="453916" y="2126347"/>
                  </a:cubicBezTo>
                  <a:cubicBezTo>
                    <a:pt x="458996" y="2127617"/>
                    <a:pt x="462806" y="2128887"/>
                    <a:pt x="467886" y="2130157"/>
                  </a:cubicBezTo>
                  <a:cubicBezTo>
                    <a:pt x="474236" y="2131427"/>
                    <a:pt x="480586" y="2131427"/>
                    <a:pt x="485666" y="2132697"/>
                  </a:cubicBezTo>
                  <a:cubicBezTo>
                    <a:pt x="492016" y="2133967"/>
                    <a:pt x="495826" y="2139047"/>
                    <a:pt x="502176" y="2139047"/>
                  </a:cubicBezTo>
                  <a:cubicBezTo>
                    <a:pt x="508526" y="2139047"/>
                    <a:pt x="513606" y="2142857"/>
                    <a:pt x="519956" y="2145397"/>
                  </a:cubicBezTo>
                  <a:cubicBezTo>
                    <a:pt x="522496" y="2146667"/>
                    <a:pt x="525036" y="2146667"/>
                    <a:pt x="528846" y="2147937"/>
                  </a:cubicBezTo>
                  <a:cubicBezTo>
                    <a:pt x="536466" y="2149207"/>
                    <a:pt x="542816" y="2149207"/>
                    <a:pt x="550436" y="2150477"/>
                  </a:cubicBezTo>
                  <a:cubicBezTo>
                    <a:pt x="556786" y="2151747"/>
                    <a:pt x="563136" y="2154287"/>
                    <a:pt x="569486" y="2153017"/>
                  </a:cubicBezTo>
                  <a:cubicBezTo>
                    <a:pt x="579646" y="2151747"/>
                    <a:pt x="587266" y="2154287"/>
                    <a:pt x="596156" y="2156827"/>
                  </a:cubicBezTo>
                  <a:cubicBezTo>
                    <a:pt x="602506" y="2158097"/>
                    <a:pt x="607586" y="2161907"/>
                    <a:pt x="613936" y="2161907"/>
                  </a:cubicBezTo>
                  <a:cubicBezTo>
                    <a:pt x="621556" y="2163177"/>
                    <a:pt x="629176" y="2164447"/>
                    <a:pt x="634256" y="2169527"/>
                  </a:cubicBezTo>
                  <a:cubicBezTo>
                    <a:pt x="635526" y="2168257"/>
                    <a:pt x="636796" y="2168257"/>
                    <a:pt x="636796" y="2168257"/>
                  </a:cubicBezTo>
                  <a:cubicBezTo>
                    <a:pt x="640606" y="2169527"/>
                    <a:pt x="645686" y="2169527"/>
                    <a:pt x="649496" y="2170797"/>
                  </a:cubicBezTo>
                  <a:cubicBezTo>
                    <a:pt x="657116" y="2172067"/>
                    <a:pt x="663466" y="2174607"/>
                    <a:pt x="669816" y="2175877"/>
                  </a:cubicBezTo>
                  <a:cubicBezTo>
                    <a:pt x="673626" y="2177147"/>
                    <a:pt x="677436" y="2177147"/>
                    <a:pt x="679976" y="2179687"/>
                  </a:cubicBezTo>
                  <a:cubicBezTo>
                    <a:pt x="683786" y="2182227"/>
                    <a:pt x="687596" y="2183497"/>
                    <a:pt x="691406" y="2182227"/>
                  </a:cubicBezTo>
                  <a:cubicBezTo>
                    <a:pt x="695216" y="2182227"/>
                    <a:pt x="697756" y="2180957"/>
                    <a:pt x="701566" y="2182227"/>
                  </a:cubicBezTo>
                  <a:cubicBezTo>
                    <a:pt x="709186" y="2183497"/>
                    <a:pt x="715536" y="2187307"/>
                    <a:pt x="723156" y="2188577"/>
                  </a:cubicBezTo>
                  <a:cubicBezTo>
                    <a:pt x="725696" y="2189847"/>
                    <a:pt x="729506" y="2189847"/>
                    <a:pt x="733316" y="2188577"/>
                  </a:cubicBezTo>
                  <a:cubicBezTo>
                    <a:pt x="743476" y="2186037"/>
                    <a:pt x="753636" y="2186037"/>
                    <a:pt x="763796" y="2188577"/>
                  </a:cubicBezTo>
                  <a:cubicBezTo>
                    <a:pt x="770146" y="2189847"/>
                    <a:pt x="777766" y="2193657"/>
                    <a:pt x="784116" y="2191117"/>
                  </a:cubicBezTo>
                  <a:cubicBezTo>
                    <a:pt x="789196" y="2189847"/>
                    <a:pt x="793006" y="2189847"/>
                    <a:pt x="796816" y="2189847"/>
                  </a:cubicBezTo>
                  <a:cubicBezTo>
                    <a:pt x="799356" y="2189847"/>
                    <a:pt x="801896" y="2191117"/>
                    <a:pt x="803166" y="2189847"/>
                  </a:cubicBezTo>
                  <a:cubicBezTo>
                    <a:pt x="809516" y="2183497"/>
                    <a:pt x="817136" y="2186037"/>
                    <a:pt x="824756" y="2186037"/>
                  </a:cubicBezTo>
                  <a:cubicBezTo>
                    <a:pt x="829836" y="2187307"/>
                    <a:pt x="836186" y="2187307"/>
                    <a:pt x="841266" y="2184767"/>
                  </a:cubicBezTo>
                  <a:lnTo>
                    <a:pt x="843806" y="2184767"/>
                  </a:lnTo>
                  <a:cubicBezTo>
                    <a:pt x="851426" y="2184767"/>
                    <a:pt x="859046" y="2186037"/>
                    <a:pt x="866666" y="2186037"/>
                  </a:cubicBezTo>
                  <a:lnTo>
                    <a:pt x="869206" y="2186037"/>
                  </a:lnTo>
                  <a:cubicBezTo>
                    <a:pt x="874286" y="2184767"/>
                    <a:pt x="878096" y="2182227"/>
                    <a:pt x="883176" y="2180957"/>
                  </a:cubicBezTo>
                  <a:cubicBezTo>
                    <a:pt x="890796" y="2178417"/>
                    <a:pt x="898416" y="2177147"/>
                    <a:pt x="906036" y="2175877"/>
                  </a:cubicBezTo>
                  <a:cubicBezTo>
                    <a:pt x="912386" y="2174607"/>
                    <a:pt x="917466" y="2175877"/>
                    <a:pt x="923816" y="2174607"/>
                  </a:cubicBezTo>
                  <a:cubicBezTo>
                    <a:pt x="925086" y="2174607"/>
                    <a:pt x="926356" y="2174607"/>
                    <a:pt x="927626" y="2173337"/>
                  </a:cubicBezTo>
                  <a:cubicBezTo>
                    <a:pt x="931436" y="2170797"/>
                    <a:pt x="937786" y="2173337"/>
                    <a:pt x="939056" y="2168257"/>
                  </a:cubicBezTo>
                  <a:lnTo>
                    <a:pt x="940326" y="2168257"/>
                  </a:lnTo>
                  <a:cubicBezTo>
                    <a:pt x="942866" y="2168257"/>
                    <a:pt x="946676" y="2168257"/>
                    <a:pt x="949216" y="2165717"/>
                  </a:cubicBezTo>
                  <a:cubicBezTo>
                    <a:pt x="954296" y="2161907"/>
                    <a:pt x="958106" y="2163177"/>
                    <a:pt x="963186" y="2164447"/>
                  </a:cubicBezTo>
                  <a:cubicBezTo>
                    <a:pt x="969536" y="2165717"/>
                    <a:pt x="975886" y="2166987"/>
                    <a:pt x="980966" y="2165717"/>
                  </a:cubicBezTo>
                  <a:cubicBezTo>
                    <a:pt x="987316" y="2164447"/>
                    <a:pt x="994936" y="2161907"/>
                    <a:pt x="1001286" y="2160637"/>
                  </a:cubicBezTo>
                  <a:cubicBezTo>
                    <a:pt x="1002556" y="2160637"/>
                    <a:pt x="1003826" y="2159367"/>
                    <a:pt x="1005096" y="2158097"/>
                  </a:cubicBezTo>
                  <a:cubicBezTo>
                    <a:pt x="1008906" y="2155557"/>
                    <a:pt x="1011446" y="2151747"/>
                    <a:pt x="1015256" y="2149207"/>
                  </a:cubicBezTo>
                  <a:cubicBezTo>
                    <a:pt x="1015256" y="2149207"/>
                    <a:pt x="1016526" y="2147937"/>
                    <a:pt x="1017796" y="2147937"/>
                  </a:cubicBezTo>
                  <a:cubicBezTo>
                    <a:pt x="1024146" y="2150477"/>
                    <a:pt x="1026686" y="2144127"/>
                    <a:pt x="1030496" y="2141587"/>
                  </a:cubicBezTo>
                  <a:cubicBezTo>
                    <a:pt x="1035576" y="2139047"/>
                    <a:pt x="1038116" y="2131427"/>
                    <a:pt x="1045736" y="2132697"/>
                  </a:cubicBezTo>
                  <a:lnTo>
                    <a:pt x="1047006" y="2132697"/>
                  </a:lnTo>
                  <a:cubicBezTo>
                    <a:pt x="1052086" y="2130157"/>
                    <a:pt x="1057166" y="2126347"/>
                    <a:pt x="1060976" y="2123807"/>
                  </a:cubicBezTo>
                  <a:cubicBezTo>
                    <a:pt x="1062246" y="2122537"/>
                    <a:pt x="1063516" y="2121267"/>
                    <a:pt x="1063516" y="2119997"/>
                  </a:cubicBezTo>
                  <a:cubicBezTo>
                    <a:pt x="1064786" y="2118727"/>
                    <a:pt x="1066056" y="2116187"/>
                    <a:pt x="1068596" y="2114917"/>
                  </a:cubicBezTo>
                  <a:cubicBezTo>
                    <a:pt x="1077486" y="2108567"/>
                    <a:pt x="1086376" y="2103487"/>
                    <a:pt x="1095266" y="2097137"/>
                  </a:cubicBezTo>
                  <a:cubicBezTo>
                    <a:pt x="1099076" y="2094597"/>
                    <a:pt x="1105426" y="2092057"/>
                    <a:pt x="1105426" y="2084437"/>
                  </a:cubicBezTo>
                  <a:cubicBezTo>
                    <a:pt x="1105426" y="2076817"/>
                    <a:pt x="1113046" y="2074277"/>
                    <a:pt x="1118126" y="2071737"/>
                  </a:cubicBezTo>
                  <a:cubicBezTo>
                    <a:pt x="1121936" y="2069197"/>
                    <a:pt x="1127016" y="2069197"/>
                    <a:pt x="1132096" y="2067927"/>
                  </a:cubicBezTo>
                  <a:cubicBezTo>
                    <a:pt x="1134636" y="2067927"/>
                    <a:pt x="1135906" y="2066657"/>
                    <a:pt x="1138446" y="2066657"/>
                  </a:cubicBezTo>
                  <a:cubicBezTo>
                    <a:pt x="1140986" y="2066657"/>
                    <a:pt x="1143526" y="2066657"/>
                    <a:pt x="1144796" y="2064117"/>
                  </a:cubicBezTo>
                  <a:cubicBezTo>
                    <a:pt x="1146066" y="2062847"/>
                    <a:pt x="1147336" y="2062847"/>
                    <a:pt x="1148606" y="2061577"/>
                  </a:cubicBezTo>
                  <a:cubicBezTo>
                    <a:pt x="1151146" y="2060307"/>
                    <a:pt x="1153686" y="2059037"/>
                    <a:pt x="1154956" y="2057767"/>
                  </a:cubicBezTo>
                  <a:lnTo>
                    <a:pt x="1162576" y="2057767"/>
                  </a:lnTo>
                  <a:cubicBezTo>
                    <a:pt x="1167656" y="2060307"/>
                    <a:pt x="1171466" y="2062847"/>
                    <a:pt x="1175276" y="2064117"/>
                  </a:cubicBezTo>
                  <a:cubicBezTo>
                    <a:pt x="1175276" y="2064117"/>
                    <a:pt x="1176546" y="2062847"/>
                    <a:pt x="1177816" y="2062847"/>
                  </a:cubicBezTo>
                  <a:cubicBezTo>
                    <a:pt x="1175276" y="2061577"/>
                    <a:pt x="1174006" y="2060307"/>
                    <a:pt x="1171466" y="2059037"/>
                  </a:cubicBezTo>
                  <a:cubicBezTo>
                    <a:pt x="1171466" y="2056497"/>
                    <a:pt x="1171466" y="2055227"/>
                    <a:pt x="1172736" y="2052687"/>
                  </a:cubicBezTo>
                  <a:cubicBezTo>
                    <a:pt x="1175276" y="2053957"/>
                    <a:pt x="1179086" y="2055227"/>
                    <a:pt x="1177816" y="2050147"/>
                  </a:cubicBezTo>
                  <a:lnTo>
                    <a:pt x="1179086" y="2048877"/>
                  </a:lnTo>
                  <a:cubicBezTo>
                    <a:pt x="1181626" y="2046337"/>
                    <a:pt x="1184166" y="2043797"/>
                    <a:pt x="1187976" y="2045067"/>
                  </a:cubicBezTo>
                  <a:cubicBezTo>
                    <a:pt x="1187976" y="2045067"/>
                    <a:pt x="1189246" y="2043797"/>
                    <a:pt x="1190516" y="2043797"/>
                  </a:cubicBezTo>
                  <a:lnTo>
                    <a:pt x="1198136" y="2047607"/>
                  </a:lnTo>
                  <a:cubicBezTo>
                    <a:pt x="1198136" y="2046337"/>
                    <a:pt x="1198136" y="2045067"/>
                    <a:pt x="1196866" y="2045067"/>
                  </a:cubicBezTo>
                  <a:lnTo>
                    <a:pt x="1198136" y="2045067"/>
                  </a:lnTo>
                  <a:cubicBezTo>
                    <a:pt x="1199406" y="2046337"/>
                    <a:pt x="1200676" y="2046337"/>
                    <a:pt x="1203216" y="2047607"/>
                  </a:cubicBezTo>
                  <a:cubicBezTo>
                    <a:pt x="1203216" y="2045067"/>
                    <a:pt x="1209566" y="2041257"/>
                    <a:pt x="1210836" y="2042527"/>
                  </a:cubicBezTo>
                  <a:lnTo>
                    <a:pt x="1212106" y="2042527"/>
                  </a:lnTo>
                  <a:cubicBezTo>
                    <a:pt x="1213376" y="2046337"/>
                    <a:pt x="1215916" y="2048877"/>
                    <a:pt x="1217186" y="2052687"/>
                  </a:cubicBezTo>
                  <a:cubicBezTo>
                    <a:pt x="1219726" y="2051417"/>
                    <a:pt x="1222266" y="2048877"/>
                    <a:pt x="1224806" y="2047607"/>
                  </a:cubicBezTo>
                  <a:cubicBezTo>
                    <a:pt x="1226076" y="2050147"/>
                    <a:pt x="1226076" y="2052687"/>
                    <a:pt x="1227346" y="2056497"/>
                  </a:cubicBezTo>
                  <a:cubicBezTo>
                    <a:pt x="1229886" y="2053957"/>
                    <a:pt x="1231156" y="2052687"/>
                    <a:pt x="1231156" y="2051417"/>
                  </a:cubicBezTo>
                  <a:cubicBezTo>
                    <a:pt x="1234966" y="2052687"/>
                    <a:pt x="1238776" y="2052687"/>
                    <a:pt x="1241316" y="2053957"/>
                  </a:cubicBezTo>
                  <a:cubicBezTo>
                    <a:pt x="1245126" y="2056497"/>
                    <a:pt x="1248936" y="2056497"/>
                    <a:pt x="1252746" y="2055227"/>
                  </a:cubicBezTo>
                  <a:cubicBezTo>
                    <a:pt x="1255286" y="2053957"/>
                    <a:pt x="1256556" y="2052687"/>
                    <a:pt x="1259096" y="2051417"/>
                  </a:cubicBezTo>
                  <a:cubicBezTo>
                    <a:pt x="1260366" y="2053957"/>
                    <a:pt x="1261636" y="2055227"/>
                    <a:pt x="1264176" y="2056497"/>
                  </a:cubicBezTo>
                  <a:cubicBezTo>
                    <a:pt x="1262906" y="2056497"/>
                    <a:pt x="1261636" y="2057767"/>
                    <a:pt x="1260366" y="2057767"/>
                  </a:cubicBezTo>
                  <a:cubicBezTo>
                    <a:pt x="1257826" y="2059037"/>
                    <a:pt x="1256556" y="2060307"/>
                    <a:pt x="1255286" y="2062847"/>
                  </a:cubicBezTo>
                  <a:cubicBezTo>
                    <a:pt x="1254016" y="2065387"/>
                    <a:pt x="1254016" y="2067927"/>
                    <a:pt x="1251476" y="2069197"/>
                  </a:cubicBezTo>
                  <a:cubicBezTo>
                    <a:pt x="1248936" y="2070467"/>
                    <a:pt x="1248936" y="2067927"/>
                    <a:pt x="1246396" y="2067927"/>
                  </a:cubicBezTo>
                  <a:cubicBezTo>
                    <a:pt x="1248936" y="2066657"/>
                    <a:pt x="1250206" y="2066657"/>
                    <a:pt x="1251476" y="2066657"/>
                  </a:cubicBezTo>
                  <a:lnTo>
                    <a:pt x="1251476" y="2064117"/>
                  </a:lnTo>
                  <a:cubicBezTo>
                    <a:pt x="1243856" y="2066657"/>
                    <a:pt x="1236236" y="2062847"/>
                    <a:pt x="1227346" y="2064117"/>
                  </a:cubicBezTo>
                  <a:cubicBezTo>
                    <a:pt x="1232426" y="2066657"/>
                    <a:pt x="1237506" y="2067927"/>
                    <a:pt x="1242586" y="2069197"/>
                  </a:cubicBezTo>
                  <a:lnTo>
                    <a:pt x="1240046" y="2071737"/>
                  </a:lnTo>
                  <a:cubicBezTo>
                    <a:pt x="1242586" y="2073007"/>
                    <a:pt x="1245126" y="2073007"/>
                    <a:pt x="1247666" y="2073007"/>
                  </a:cubicBezTo>
                  <a:lnTo>
                    <a:pt x="1247666" y="2074277"/>
                  </a:lnTo>
                  <a:cubicBezTo>
                    <a:pt x="1245126" y="2074277"/>
                    <a:pt x="1243856" y="2075547"/>
                    <a:pt x="1241316" y="2075547"/>
                  </a:cubicBezTo>
                  <a:lnTo>
                    <a:pt x="1241316" y="2076817"/>
                  </a:lnTo>
                  <a:lnTo>
                    <a:pt x="1252746" y="2076817"/>
                  </a:lnTo>
                  <a:cubicBezTo>
                    <a:pt x="1255286" y="2070467"/>
                    <a:pt x="1262906" y="2073007"/>
                    <a:pt x="1266716" y="2069197"/>
                  </a:cubicBezTo>
                  <a:lnTo>
                    <a:pt x="1269256" y="2069197"/>
                  </a:lnTo>
                  <a:lnTo>
                    <a:pt x="1265446" y="2073007"/>
                  </a:lnTo>
                  <a:cubicBezTo>
                    <a:pt x="1266716" y="2074277"/>
                    <a:pt x="1267986" y="2074277"/>
                    <a:pt x="1269256" y="2075547"/>
                  </a:cubicBezTo>
                  <a:cubicBezTo>
                    <a:pt x="1270526" y="2076817"/>
                    <a:pt x="1271796" y="2076817"/>
                    <a:pt x="1273066" y="2078087"/>
                  </a:cubicBezTo>
                  <a:cubicBezTo>
                    <a:pt x="1275606" y="2076817"/>
                    <a:pt x="1276876" y="2076817"/>
                    <a:pt x="1279416" y="2075547"/>
                  </a:cubicBezTo>
                  <a:cubicBezTo>
                    <a:pt x="1278146" y="2078087"/>
                    <a:pt x="1278146" y="2079357"/>
                    <a:pt x="1278146" y="2080627"/>
                  </a:cubicBezTo>
                  <a:lnTo>
                    <a:pt x="1284496" y="2080627"/>
                  </a:lnTo>
                  <a:lnTo>
                    <a:pt x="1284496" y="2076817"/>
                  </a:lnTo>
                  <a:cubicBezTo>
                    <a:pt x="1284496" y="2073007"/>
                    <a:pt x="1287036" y="2073007"/>
                    <a:pt x="1289576" y="2074277"/>
                  </a:cubicBezTo>
                  <a:cubicBezTo>
                    <a:pt x="1293386" y="2076817"/>
                    <a:pt x="1295926" y="2075547"/>
                    <a:pt x="1299736" y="2074277"/>
                  </a:cubicBezTo>
                  <a:cubicBezTo>
                    <a:pt x="1303546" y="2074277"/>
                    <a:pt x="1306086" y="2071737"/>
                    <a:pt x="1307356" y="2067927"/>
                  </a:cubicBezTo>
                  <a:lnTo>
                    <a:pt x="1302276" y="2067927"/>
                  </a:lnTo>
                  <a:cubicBezTo>
                    <a:pt x="1302276" y="2066657"/>
                    <a:pt x="1303546" y="2065387"/>
                    <a:pt x="1303546" y="2064117"/>
                  </a:cubicBezTo>
                  <a:lnTo>
                    <a:pt x="1303546" y="2059037"/>
                  </a:lnTo>
                  <a:lnTo>
                    <a:pt x="1304816" y="2059037"/>
                  </a:lnTo>
                  <a:cubicBezTo>
                    <a:pt x="1304816" y="2061577"/>
                    <a:pt x="1306086" y="2062847"/>
                    <a:pt x="1306086" y="2065387"/>
                  </a:cubicBezTo>
                  <a:cubicBezTo>
                    <a:pt x="1308626" y="2064117"/>
                    <a:pt x="1312436" y="2064117"/>
                    <a:pt x="1316246" y="2062847"/>
                  </a:cubicBezTo>
                  <a:lnTo>
                    <a:pt x="1316246" y="2066657"/>
                  </a:lnTo>
                  <a:cubicBezTo>
                    <a:pt x="1320056" y="2067927"/>
                    <a:pt x="1323866" y="2070467"/>
                    <a:pt x="1326406" y="2075547"/>
                  </a:cubicBezTo>
                  <a:cubicBezTo>
                    <a:pt x="1326406" y="2075547"/>
                    <a:pt x="1327676" y="2076817"/>
                    <a:pt x="1327676" y="2075547"/>
                  </a:cubicBezTo>
                  <a:lnTo>
                    <a:pt x="1339106" y="2071737"/>
                  </a:lnTo>
                  <a:cubicBezTo>
                    <a:pt x="1344186" y="2070467"/>
                    <a:pt x="1347996" y="2069197"/>
                    <a:pt x="1353076" y="2067927"/>
                  </a:cubicBezTo>
                  <a:cubicBezTo>
                    <a:pt x="1355616" y="2067927"/>
                    <a:pt x="1356886" y="2070467"/>
                    <a:pt x="1360696" y="2073007"/>
                  </a:cubicBezTo>
                  <a:cubicBezTo>
                    <a:pt x="1364506" y="2073007"/>
                    <a:pt x="1377206" y="2075547"/>
                    <a:pt x="1382286" y="2079357"/>
                  </a:cubicBezTo>
                  <a:cubicBezTo>
                    <a:pt x="1383556" y="2080627"/>
                    <a:pt x="1386096" y="2079357"/>
                    <a:pt x="1387366" y="2079357"/>
                  </a:cubicBezTo>
                  <a:cubicBezTo>
                    <a:pt x="1391176" y="2078087"/>
                    <a:pt x="1394986" y="2078087"/>
                    <a:pt x="1398796" y="2076817"/>
                  </a:cubicBezTo>
                  <a:lnTo>
                    <a:pt x="1400066" y="2078087"/>
                  </a:lnTo>
                  <a:cubicBezTo>
                    <a:pt x="1401336" y="2080627"/>
                    <a:pt x="1401336" y="2083167"/>
                    <a:pt x="1401336" y="2085707"/>
                  </a:cubicBezTo>
                  <a:cubicBezTo>
                    <a:pt x="1405146" y="2089517"/>
                    <a:pt x="1408956" y="2093327"/>
                    <a:pt x="1414036" y="2086977"/>
                  </a:cubicBezTo>
                  <a:cubicBezTo>
                    <a:pt x="1414036" y="2088247"/>
                    <a:pt x="1412766" y="2089517"/>
                    <a:pt x="1412766" y="2090787"/>
                  </a:cubicBezTo>
                  <a:cubicBezTo>
                    <a:pt x="1414036" y="2090787"/>
                    <a:pt x="1414036" y="2092057"/>
                    <a:pt x="1415306" y="2092057"/>
                  </a:cubicBezTo>
                  <a:cubicBezTo>
                    <a:pt x="1417846" y="2093327"/>
                    <a:pt x="1425466" y="2094597"/>
                    <a:pt x="1426736" y="2092057"/>
                  </a:cubicBezTo>
                  <a:cubicBezTo>
                    <a:pt x="1428006" y="2088247"/>
                    <a:pt x="1430546" y="2089517"/>
                    <a:pt x="1431816" y="2089517"/>
                  </a:cubicBezTo>
                  <a:cubicBezTo>
                    <a:pt x="1433086" y="2090787"/>
                    <a:pt x="1433086" y="2093327"/>
                    <a:pt x="1434356" y="2095867"/>
                  </a:cubicBezTo>
                  <a:lnTo>
                    <a:pt x="1434356" y="2086977"/>
                  </a:lnTo>
                  <a:cubicBezTo>
                    <a:pt x="1436896" y="2089517"/>
                    <a:pt x="1438166" y="2090787"/>
                    <a:pt x="1439436" y="2093327"/>
                  </a:cubicBezTo>
                  <a:cubicBezTo>
                    <a:pt x="1440706" y="2094597"/>
                    <a:pt x="1440706" y="2095867"/>
                    <a:pt x="1440706" y="2097137"/>
                  </a:cubicBezTo>
                  <a:cubicBezTo>
                    <a:pt x="1439436" y="2097137"/>
                    <a:pt x="1438166" y="2097137"/>
                    <a:pt x="1436896" y="2098407"/>
                  </a:cubicBezTo>
                  <a:lnTo>
                    <a:pt x="1433086" y="2098407"/>
                  </a:lnTo>
                  <a:cubicBezTo>
                    <a:pt x="1436896" y="2100947"/>
                    <a:pt x="1435626" y="2107297"/>
                    <a:pt x="1440706" y="2104757"/>
                  </a:cubicBezTo>
                  <a:cubicBezTo>
                    <a:pt x="1441976" y="2103487"/>
                    <a:pt x="1443246" y="2100947"/>
                    <a:pt x="1444516" y="2099677"/>
                  </a:cubicBezTo>
                  <a:cubicBezTo>
                    <a:pt x="1444516" y="2100947"/>
                    <a:pt x="1445786" y="2103487"/>
                    <a:pt x="1445786" y="2104757"/>
                  </a:cubicBezTo>
                  <a:cubicBezTo>
                    <a:pt x="1447056" y="2104757"/>
                    <a:pt x="1448326" y="2104757"/>
                    <a:pt x="1449596" y="2106027"/>
                  </a:cubicBezTo>
                  <a:cubicBezTo>
                    <a:pt x="1452136" y="2109837"/>
                    <a:pt x="1455946" y="2108567"/>
                    <a:pt x="1459756" y="2109837"/>
                  </a:cubicBezTo>
                  <a:cubicBezTo>
                    <a:pt x="1462296" y="2109837"/>
                    <a:pt x="1463566" y="2112377"/>
                    <a:pt x="1464836" y="2113647"/>
                  </a:cubicBezTo>
                  <a:cubicBezTo>
                    <a:pt x="1466106" y="2116187"/>
                    <a:pt x="1467376" y="2118727"/>
                    <a:pt x="1471186" y="2118727"/>
                  </a:cubicBezTo>
                  <a:cubicBezTo>
                    <a:pt x="1473726" y="2118727"/>
                    <a:pt x="1476266" y="2121267"/>
                    <a:pt x="1478806" y="2123807"/>
                  </a:cubicBezTo>
                  <a:cubicBezTo>
                    <a:pt x="1482616" y="2126347"/>
                    <a:pt x="1486426" y="2131427"/>
                    <a:pt x="1490236" y="2133967"/>
                  </a:cubicBezTo>
                  <a:cubicBezTo>
                    <a:pt x="1496586" y="2137777"/>
                    <a:pt x="1502936" y="2142857"/>
                    <a:pt x="1510556" y="2141587"/>
                  </a:cubicBezTo>
                  <a:cubicBezTo>
                    <a:pt x="1514366" y="2141587"/>
                    <a:pt x="1518176" y="2144127"/>
                    <a:pt x="1521986" y="2144127"/>
                  </a:cubicBezTo>
                  <a:cubicBezTo>
                    <a:pt x="1525796" y="2144127"/>
                    <a:pt x="1530876" y="2144127"/>
                    <a:pt x="1535956" y="2142857"/>
                  </a:cubicBezTo>
                  <a:cubicBezTo>
                    <a:pt x="1535956" y="2146667"/>
                    <a:pt x="1535956" y="2147937"/>
                    <a:pt x="1539766" y="2147937"/>
                  </a:cubicBezTo>
                  <a:cubicBezTo>
                    <a:pt x="1542306" y="2147937"/>
                    <a:pt x="1544846" y="2147937"/>
                    <a:pt x="1547386" y="2149207"/>
                  </a:cubicBezTo>
                  <a:cubicBezTo>
                    <a:pt x="1555006" y="2149207"/>
                    <a:pt x="1561356" y="2153017"/>
                    <a:pt x="1568976" y="2151747"/>
                  </a:cubicBezTo>
                  <a:cubicBezTo>
                    <a:pt x="1571516" y="2151747"/>
                    <a:pt x="1574056" y="2153017"/>
                    <a:pt x="1576596" y="2154287"/>
                  </a:cubicBezTo>
                  <a:cubicBezTo>
                    <a:pt x="1584216" y="2156827"/>
                    <a:pt x="1589296" y="2163177"/>
                    <a:pt x="1598186" y="2161907"/>
                  </a:cubicBezTo>
                  <a:cubicBezTo>
                    <a:pt x="1599456" y="2161907"/>
                    <a:pt x="1601996" y="2161907"/>
                    <a:pt x="1603266" y="2163177"/>
                  </a:cubicBezTo>
                  <a:cubicBezTo>
                    <a:pt x="1605806" y="2165717"/>
                    <a:pt x="1607076" y="2164447"/>
                    <a:pt x="1608346" y="2163177"/>
                  </a:cubicBezTo>
                  <a:cubicBezTo>
                    <a:pt x="1610886" y="2161907"/>
                    <a:pt x="1613426" y="2160637"/>
                    <a:pt x="1614696" y="2161907"/>
                  </a:cubicBezTo>
                  <a:cubicBezTo>
                    <a:pt x="1619776" y="2163177"/>
                    <a:pt x="1626126" y="2164447"/>
                    <a:pt x="1631206" y="2165717"/>
                  </a:cubicBezTo>
                  <a:lnTo>
                    <a:pt x="1636286" y="2165717"/>
                  </a:lnTo>
                  <a:cubicBezTo>
                    <a:pt x="1640096" y="2164447"/>
                    <a:pt x="1645176" y="2163177"/>
                    <a:pt x="1648986" y="2163177"/>
                  </a:cubicBezTo>
                  <a:cubicBezTo>
                    <a:pt x="1655336" y="2161907"/>
                    <a:pt x="1661686" y="2161907"/>
                    <a:pt x="1668036" y="2161907"/>
                  </a:cubicBezTo>
                  <a:lnTo>
                    <a:pt x="1670576" y="2161907"/>
                  </a:lnTo>
                  <a:cubicBezTo>
                    <a:pt x="1679466" y="2159367"/>
                    <a:pt x="1689626" y="2156827"/>
                    <a:pt x="1698516" y="2154287"/>
                  </a:cubicBezTo>
                  <a:cubicBezTo>
                    <a:pt x="1704866" y="2153017"/>
                    <a:pt x="1711216" y="2151747"/>
                    <a:pt x="1718836" y="2150477"/>
                  </a:cubicBezTo>
                  <a:cubicBezTo>
                    <a:pt x="1726456" y="2149207"/>
                    <a:pt x="1732806" y="2146667"/>
                    <a:pt x="1740426" y="2145397"/>
                  </a:cubicBezTo>
                  <a:cubicBezTo>
                    <a:pt x="1742966" y="2145397"/>
                    <a:pt x="1745506" y="2145397"/>
                    <a:pt x="1749316" y="2144127"/>
                  </a:cubicBezTo>
                  <a:cubicBezTo>
                    <a:pt x="1759476" y="2142857"/>
                    <a:pt x="1769636" y="2139047"/>
                    <a:pt x="1779796" y="2144127"/>
                  </a:cubicBezTo>
                  <a:lnTo>
                    <a:pt x="1795036" y="2147937"/>
                  </a:lnTo>
                  <a:cubicBezTo>
                    <a:pt x="1801386" y="2149207"/>
                    <a:pt x="1806466" y="2153017"/>
                    <a:pt x="1812816" y="2153017"/>
                  </a:cubicBezTo>
                  <a:cubicBezTo>
                    <a:pt x="1814086" y="2153017"/>
                    <a:pt x="1816626" y="2154287"/>
                    <a:pt x="1817896" y="2154287"/>
                  </a:cubicBezTo>
                  <a:cubicBezTo>
                    <a:pt x="1825516" y="2156827"/>
                    <a:pt x="1831866" y="2163177"/>
                    <a:pt x="1840756" y="2160637"/>
                  </a:cubicBezTo>
                  <a:cubicBezTo>
                    <a:pt x="1844566" y="2159367"/>
                    <a:pt x="1850916" y="2161907"/>
                    <a:pt x="1854726" y="2163177"/>
                  </a:cubicBezTo>
                  <a:cubicBezTo>
                    <a:pt x="1858536" y="2164447"/>
                    <a:pt x="1862346" y="2164447"/>
                    <a:pt x="1866156" y="2165717"/>
                  </a:cubicBezTo>
                  <a:lnTo>
                    <a:pt x="1866156" y="2168257"/>
                  </a:lnTo>
                  <a:cubicBezTo>
                    <a:pt x="1873776" y="2168257"/>
                    <a:pt x="1881396" y="2169527"/>
                    <a:pt x="1889016" y="2165717"/>
                  </a:cubicBezTo>
                  <a:cubicBezTo>
                    <a:pt x="1891556" y="2164447"/>
                    <a:pt x="1892826" y="2163177"/>
                    <a:pt x="1895366" y="2163177"/>
                  </a:cubicBezTo>
                  <a:cubicBezTo>
                    <a:pt x="1900446" y="2161907"/>
                    <a:pt x="1906796" y="2161907"/>
                    <a:pt x="1911876" y="2164447"/>
                  </a:cubicBezTo>
                  <a:cubicBezTo>
                    <a:pt x="1915686" y="2165717"/>
                    <a:pt x="1922036" y="2164447"/>
                    <a:pt x="1925846" y="2161907"/>
                  </a:cubicBezTo>
                  <a:cubicBezTo>
                    <a:pt x="1930926" y="2159367"/>
                    <a:pt x="1937276" y="2160637"/>
                    <a:pt x="1942356" y="2160637"/>
                  </a:cubicBezTo>
                  <a:cubicBezTo>
                    <a:pt x="1947436" y="2160637"/>
                    <a:pt x="1951246" y="2161907"/>
                    <a:pt x="1956326" y="2160637"/>
                  </a:cubicBezTo>
                  <a:cubicBezTo>
                    <a:pt x="1967756" y="2159367"/>
                    <a:pt x="1977916" y="2155557"/>
                    <a:pt x="1990616" y="2156827"/>
                  </a:cubicBezTo>
                  <a:cubicBezTo>
                    <a:pt x="1995696" y="2156827"/>
                    <a:pt x="2000776" y="2158097"/>
                    <a:pt x="2005856" y="2156827"/>
                  </a:cubicBezTo>
                  <a:cubicBezTo>
                    <a:pt x="2016016" y="2155557"/>
                    <a:pt x="2023636" y="2159367"/>
                    <a:pt x="2031256" y="2164447"/>
                  </a:cubicBezTo>
                  <a:cubicBezTo>
                    <a:pt x="2037606" y="2169527"/>
                    <a:pt x="2045226" y="2173337"/>
                    <a:pt x="2052846" y="2177147"/>
                  </a:cubicBezTo>
                  <a:cubicBezTo>
                    <a:pt x="2057926" y="2179687"/>
                    <a:pt x="2065546" y="2174607"/>
                    <a:pt x="2065546" y="2168257"/>
                  </a:cubicBezTo>
                  <a:lnTo>
                    <a:pt x="2065546" y="2156827"/>
                  </a:lnTo>
                  <a:cubicBezTo>
                    <a:pt x="2065546" y="2123807"/>
                    <a:pt x="2065546" y="2092057"/>
                    <a:pt x="2066816" y="2059037"/>
                  </a:cubicBezTo>
                  <a:cubicBezTo>
                    <a:pt x="2066816" y="2036177"/>
                    <a:pt x="2068086" y="2013317"/>
                    <a:pt x="2068086" y="1989187"/>
                  </a:cubicBezTo>
                  <a:cubicBezTo>
                    <a:pt x="2068086" y="1963787"/>
                    <a:pt x="2066816" y="446137"/>
                    <a:pt x="2066816" y="420737"/>
                  </a:cubicBezTo>
                  <a:cubicBezTo>
                    <a:pt x="2074436" y="409307"/>
                    <a:pt x="2071896" y="400417"/>
                    <a:pt x="2078246" y="394067"/>
                  </a:cubicBezTo>
                  <a:close/>
                  <a:moveTo>
                    <a:pt x="1256556" y="2051417"/>
                  </a:moveTo>
                  <a:cubicBezTo>
                    <a:pt x="1259096" y="2045067"/>
                    <a:pt x="1264176" y="2046337"/>
                    <a:pt x="1267986" y="2047607"/>
                  </a:cubicBezTo>
                  <a:cubicBezTo>
                    <a:pt x="1265446" y="2052687"/>
                    <a:pt x="1260366" y="2050147"/>
                    <a:pt x="1256556" y="2051417"/>
                  </a:cubicBezTo>
                  <a:close/>
                  <a:moveTo>
                    <a:pt x="1267986" y="2057767"/>
                  </a:moveTo>
                  <a:cubicBezTo>
                    <a:pt x="1269256" y="2055227"/>
                    <a:pt x="1269256" y="2051417"/>
                    <a:pt x="1273066" y="2051417"/>
                  </a:cubicBezTo>
                  <a:cubicBezTo>
                    <a:pt x="1274336" y="2051417"/>
                    <a:pt x="1276876" y="2052687"/>
                    <a:pt x="1278146" y="2052687"/>
                  </a:cubicBezTo>
                  <a:cubicBezTo>
                    <a:pt x="1276876" y="2055227"/>
                    <a:pt x="1275606" y="2056497"/>
                    <a:pt x="1274336" y="2059037"/>
                  </a:cubicBezTo>
                  <a:cubicBezTo>
                    <a:pt x="1273066" y="2059037"/>
                    <a:pt x="1270526" y="2059037"/>
                    <a:pt x="1267986" y="2057767"/>
                  </a:cubicBezTo>
                  <a:close/>
                  <a:moveTo>
                    <a:pt x="1273066" y="2070467"/>
                  </a:moveTo>
                  <a:cubicBezTo>
                    <a:pt x="1275606" y="2069197"/>
                    <a:pt x="1276876" y="2066657"/>
                    <a:pt x="1279416" y="2065387"/>
                  </a:cubicBezTo>
                  <a:cubicBezTo>
                    <a:pt x="1280686" y="2065387"/>
                    <a:pt x="1281956" y="2066657"/>
                    <a:pt x="1283226" y="2066657"/>
                  </a:cubicBezTo>
                  <a:cubicBezTo>
                    <a:pt x="1283226" y="2071737"/>
                    <a:pt x="1278146" y="2073007"/>
                    <a:pt x="1273066" y="2070467"/>
                  </a:cubicBezTo>
                  <a:close/>
                  <a:moveTo>
                    <a:pt x="1278146" y="2029827"/>
                  </a:moveTo>
                  <a:cubicBezTo>
                    <a:pt x="1279416" y="2031097"/>
                    <a:pt x="1279416" y="2032367"/>
                    <a:pt x="1281956" y="2033637"/>
                  </a:cubicBezTo>
                  <a:lnTo>
                    <a:pt x="1270526" y="2033637"/>
                  </a:lnTo>
                  <a:cubicBezTo>
                    <a:pt x="1270526" y="2032367"/>
                    <a:pt x="1270526" y="2031097"/>
                    <a:pt x="1271796" y="2029827"/>
                  </a:cubicBezTo>
                  <a:cubicBezTo>
                    <a:pt x="1276876" y="2029827"/>
                    <a:pt x="1278146" y="2029827"/>
                    <a:pt x="1278146" y="2024747"/>
                  </a:cubicBezTo>
                  <a:cubicBezTo>
                    <a:pt x="1281956" y="2026017"/>
                    <a:pt x="1287036" y="2022207"/>
                    <a:pt x="1288306" y="2028557"/>
                  </a:cubicBezTo>
                  <a:cubicBezTo>
                    <a:pt x="1284496" y="2029827"/>
                    <a:pt x="1281956" y="2029827"/>
                    <a:pt x="1278146" y="2029827"/>
                  </a:cubicBezTo>
                  <a:close/>
                </a:path>
              </a:pathLst>
            </a:custGeom>
            <a:blipFill>
              <a:blip r:embed="rId6"/>
              <a:stretch>
                <a:fillRect l="0" t="-14963" r="0" b="-1496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74886" y="476393"/>
            <a:ext cx="12733753" cy="117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142" y="3336449"/>
            <a:ext cx="5424543" cy="3614102"/>
          </a:xfrm>
          <a:custGeom>
            <a:avLst/>
            <a:gdLst/>
            <a:ahLst/>
            <a:cxnLst/>
            <a:rect r="r" b="b" t="t" l="l"/>
            <a:pathLst>
              <a:path h="3614102" w="5424543">
                <a:moveTo>
                  <a:pt x="0" y="0"/>
                </a:moveTo>
                <a:lnTo>
                  <a:pt x="5424542" y="0"/>
                </a:lnTo>
                <a:lnTo>
                  <a:pt x="5424542" y="3614102"/>
                </a:lnTo>
                <a:lnTo>
                  <a:pt x="0" y="361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9399" y="504825"/>
            <a:ext cx="3200400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Modulos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6504" y="2449000"/>
            <a:ext cx="10253447" cy="511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06"/>
              </a:lnSpc>
              <a:spcBef>
                <a:spcPct val="0"/>
              </a:spcBef>
            </a:pPr>
            <a:r>
              <a:rPr lang="en-US" sz="303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Una variable representa un contenedor o un espacio en la memoria física o virtual de una computadora, donde se almacenan distintos tipos de datos “VALORES” durante la ejecución de un programa.</a:t>
            </a:r>
          </a:p>
          <a:p>
            <a:pPr algn="just">
              <a:lnSpc>
                <a:spcPts val="5106"/>
              </a:lnSpc>
              <a:spcBef>
                <a:spcPct val="0"/>
              </a:spcBef>
            </a:pPr>
          </a:p>
          <a:p>
            <a:pPr algn="just">
              <a:lnSpc>
                <a:spcPts val="5106"/>
              </a:lnSpc>
              <a:spcBef>
                <a:spcPct val="0"/>
              </a:spcBef>
            </a:pPr>
            <a:r>
              <a:rPr lang="en-US" sz="303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Cada variable se le asigna un nombre descriptivo o un identificador que se refiere al valor guardado. Los datos almacenados pueden cambiar de valor o ser constantes.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48061" y="2057400"/>
            <a:ext cx="6795426" cy="6758360"/>
          </a:xfrm>
          <a:custGeom>
            <a:avLst/>
            <a:gdLst/>
            <a:ahLst/>
            <a:cxnLst/>
            <a:rect r="r" b="b" t="t" l="l"/>
            <a:pathLst>
              <a:path h="6758360" w="6795426">
                <a:moveTo>
                  <a:pt x="0" y="0"/>
                </a:moveTo>
                <a:lnTo>
                  <a:pt x="6795425" y="0"/>
                </a:lnTo>
                <a:lnTo>
                  <a:pt x="6795425" y="6758360"/>
                </a:lnTo>
                <a:lnTo>
                  <a:pt x="0" y="675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464" y="2057400"/>
            <a:ext cx="6795426" cy="6758360"/>
          </a:xfrm>
          <a:custGeom>
            <a:avLst/>
            <a:gdLst/>
            <a:ahLst/>
            <a:cxnLst/>
            <a:rect r="r" b="b" t="t" l="l"/>
            <a:pathLst>
              <a:path h="6758360" w="6795426">
                <a:moveTo>
                  <a:pt x="0" y="0"/>
                </a:moveTo>
                <a:lnTo>
                  <a:pt x="6795426" y="0"/>
                </a:lnTo>
                <a:lnTo>
                  <a:pt x="6795426" y="6758360"/>
                </a:lnTo>
                <a:lnTo>
                  <a:pt x="0" y="6758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804127" y="4113569"/>
            <a:ext cx="3057377" cy="2646021"/>
          </a:xfrm>
          <a:custGeom>
            <a:avLst/>
            <a:gdLst/>
            <a:ahLst/>
            <a:cxnLst/>
            <a:rect r="r" b="b" t="t" l="l"/>
            <a:pathLst>
              <a:path h="2646021" w="3057377">
                <a:moveTo>
                  <a:pt x="0" y="0"/>
                </a:moveTo>
                <a:lnTo>
                  <a:pt x="3057377" y="0"/>
                </a:lnTo>
                <a:lnTo>
                  <a:pt x="3057377" y="2646022"/>
                </a:lnTo>
                <a:lnTo>
                  <a:pt x="0" y="2646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43522" y="43041"/>
            <a:ext cx="14200957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VARIABLES, DEFINI</a:t>
            </a: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CION Y ENTORNO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8437" y="3553168"/>
            <a:ext cx="5028927" cy="40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lang="en-US" b="true" sz="324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Las variables se utilizan para guardar y recuperar datos, representar valores existentes y asignar unos nuevos.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41751" y="3531636"/>
            <a:ext cx="5018599" cy="408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4"/>
              </a:lnSpc>
              <a:spcBef>
                <a:spcPct val="0"/>
              </a:spcBef>
            </a:pPr>
            <a:r>
              <a:rPr lang="en-US" b="true" sz="2794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Esto permite usar valores almacenados en calculos, operaciones de entrada/salida, comparaciones y otros tipos de procesamiento de datos.</a:t>
            </a:r>
          </a:p>
          <a:p>
            <a:pPr algn="ctr">
              <a:lnSpc>
                <a:spcPts val="46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38052" y="7354776"/>
            <a:ext cx="10107343" cy="2676733"/>
          </a:xfrm>
          <a:custGeom>
            <a:avLst/>
            <a:gdLst/>
            <a:ahLst/>
            <a:cxnLst/>
            <a:rect r="r" b="b" t="t" l="l"/>
            <a:pathLst>
              <a:path h="2676733" w="10107343">
                <a:moveTo>
                  <a:pt x="0" y="0"/>
                </a:moveTo>
                <a:lnTo>
                  <a:pt x="10107343" y="0"/>
                </a:lnTo>
                <a:lnTo>
                  <a:pt x="10107343" y="2676732"/>
                </a:lnTo>
                <a:lnTo>
                  <a:pt x="0" y="267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116" y="43041"/>
            <a:ext cx="12043767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VARIABL</a:t>
            </a: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ES, DEFINICION Y ENTORNO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6072" y="2273496"/>
            <a:ext cx="14126807" cy="350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1"/>
              </a:lnSpc>
            </a:pPr>
            <a:r>
              <a:rPr lang="en-US" sz="28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Una variable en programación se caracteriza por:</a:t>
            </a:r>
          </a:p>
          <a:p>
            <a:pPr algn="just" marL="605536" indent="-302768" lvl="1">
              <a:lnSpc>
                <a:spcPts val="4711"/>
              </a:lnSpc>
              <a:buFont typeface="Arial"/>
              <a:buChar char="•"/>
            </a:pPr>
            <a:r>
              <a:rPr lang="en-US" sz="28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Nombre único que la identifica dentro del programa.</a:t>
            </a:r>
          </a:p>
          <a:p>
            <a:pPr algn="just" marL="605536" indent="-302768" lvl="1">
              <a:lnSpc>
                <a:spcPts val="4711"/>
              </a:lnSpc>
              <a:buFont typeface="Arial"/>
              <a:buChar char="•"/>
            </a:pPr>
            <a:r>
              <a:rPr lang="en-US" sz="28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Valor guardado que puede cambiar durante la ejecución del programa.</a:t>
            </a:r>
          </a:p>
          <a:p>
            <a:pPr algn="just" marL="605536" indent="-302768" lvl="1">
              <a:lnSpc>
                <a:spcPts val="4711"/>
              </a:lnSpc>
              <a:buFont typeface="Arial"/>
              <a:buChar char="•"/>
            </a:pPr>
            <a:r>
              <a:rPr lang="en-US" sz="28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Tipo de datos que se almacena.</a:t>
            </a:r>
          </a:p>
          <a:p>
            <a:pPr algn="just" marL="605536" indent="-302768" lvl="1">
              <a:lnSpc>
                <a:spcPts val="4711"/>
              </a:lnSpc>
              <a:buFont typeface="Arial"/>
              <a:buChar char="•"/>
            </a:pPr>
            <a:r>
              <a:rPr lang="en-US" sz="28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Alcance, que puede ser global, si se puede acceder desde cualquier parte del programa o local si solo se puede acceder dentro de un bloque de código.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6072" y="6294011"/>
            <a:ext cx="6165652" cy="106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6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Sintaxis de una declaración de variables:</a:t>
            </a:r>
          </a:p>
          <a:p>
            <a:pPr algn="ctr">
              <a:lnSpc>
                <a:spcPts val="436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64349" y="7033856"/>
            <a:ext cx="3959812" cy="2981325"/>
          </a:xfrm>
          <a:custGeom>
            <a:avLst/>
            <a:gdLst/>
            <a:ahLst/>
            <a:cxnLst/>
            <a:rect r="r" b="b" t="t" l="l"/>
            <a:pathLst>
              <a:path h="2981325" w="3959812">
                <a:moveTo>
                  <a:pt x="0" y="0"/>
                </a:moveTo>
                <a:lnTo>
                  <a:pt x="3959812" y="0"/>
                </a:lnTo>
                <a:lnTo>
                  <a:pt x="3959812" y="2981325"/>
                </a:lnTo>
                <a:lnTo>
                  <a:pt x="0" y="2981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4886" y="2605597"/>
            <a:ext cx="6690348" cy="665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0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Los</a:t>
            </a: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tipos de variables dependen del lenguaje de programación cada lenguaje tiene sus propios tipos de datos y forma de definir variables.</a:t>
            </a:r>
          </a:p>
          <a:p>
            <a:pPr algn="just">
              <a:lnSpc>
                <a:spcPts val="4870"/>
              </a:lnSpc>
              <a:spcBef>
                <a:spcPct val="0"/>
              </a:spcBef>
            </a:pPr>
          </a:p>
          <a:p>
            <a:pPr algn="just">
              <a:lnSpc>
                <a:spcPts val="4870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tipado puede ser estático, cuando los tipos de variables se establecen al momento que se declaren o dinámico cuando el tipo se determina y se asigna durante la ejecución del programa.</a:t>
            </a:r>
          </a:p>
          <a:p>
            <a:pPr algn="just">
              <a:lnSpc>
                <a:spcPts val="487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122116" y="504825"/>
            <a:ext cx="12043767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VARIABLES, DEFINICION Y ENTORNO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0744" y="2605597"/>
            <a:ext cx="8967022" cy="421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0"/>
              </a:lnSpc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Algunos tipos de variables más comunes son:</a:t>
            </a:r>
          </a:p>
          <a:p>
            <a:pPr algn="l" marL="625892" indent="-312946" lvl="1">
              <a:lnSpc>
                <a:spcPts val="4870"/>
              </a:lnSpc>
              <a:buFont typeface="Arial"/>
              <a:buChar char="•"/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Variables numéricas (Números Enteros)</a:t>
            </a:r>
          </a:p>
          <a:p>
            <a:pPr algn="l" marL="625892" indent="-312946" lvl="1">
              <a:lnSpc>
                <a:spcPts val="4870"/>
              </a:lnSpc>
              <a:buFont typeface="Arial"/>
              <a:buChar char="•"/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Variables de punto flotante (Números Decimales)</a:t>
            </a:r>
          </a:p>
          <a:p>
            <a:pPr algn="l" marL="625892" indent="-312946" lvl="1">
              <a:lnSpc>
                <a:spcPts val="4870"/>
              </a:lnSpc>
              <a:buFont typeface="Arial"/>
              <a:buChar char="•"/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Variables de caracteres (Símbolos o Caracteres)</a:t>
            </a:r>
          </a:p>
          <a:p>
            <a:pPr algn="l" marL="625892" indent="-312946" lvl="1">
              <a:lnSpc>
                <a:spcPts val="4870"/>
              </a:lnSpc>
              <a:buFont typeface="Arial"/>
              <a:buChar char="•"/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Variables de cadena de caracteres (Palabras y Textos)</a:t>
            </a:r>
          </a:p>
          <a:p>
            <a:pPr algn="l" marL="625892" indent="-312946" lvl="1">
              <a:lnSpc>
                <a:spcPts val="4870"/>
              </a:lnSpc>
              <a:buFont typeface="Arial"/>
              <a:buChar char="•"/>
            </a:pPr>
            <a:r>
              <a:rPr lang="en-US" sz="28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Variables lógicas o booleanas (Verdadero o Falso)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22116" y="130493"/>
            <a:ext cx="12043767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VARIABLES, DEFINICION Y ENTORNO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5654" y="2246808"/>
            <a:ext cx="7312950" cy="520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8"/>
              </a:lnSpc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declarar una variable usando la sintaxis básica, seguir estos pasos:</a:t>
            </a:r>
          </a:p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Elegir un nombre que sea descriptivo y fácil de entender.</a:t>
            </a:r>
          </a:p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Cada identificador de la variable debe ser único dentro de un programa.</a:t>
            </a:r>
          </a:p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Evitar usar palabras claves o reservadas por el lenguaje de programación (Ejemplo: For, If, While, Dim, Console, etc).</a:t>
            </a:r>
          </a:p>
          <a:p>
            <a:pPr algn="just">
              <a:lnSpc>
                <a:spcPts val="419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13854" y="2246808"/>
            <a:ext cx="7656582" cy="729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nombre de la variable puede incluir letras, caracteres y números, pero no puede empezar con un número.</a:t>
            </a:r>
          </a:p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Las variables no permiten espacios entre palabras para separar las palabras en el nombre, usar el guion bajo (_) o cambiar de letra minúscula o mayúscula.</a:t>
            </a:r>
          </a:p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Especificar el tipo de dato que la variable va a almacenar.</a:t>
            </a:r>
          </a:p>
          <a:p>
            <a:pPr algn="just" marL="539534" indent="-269767" lvl="1">
              <a:lnSpc>
                <a:spcPts val="41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asignarle un valor a tu variable, aplica el operador de asignación “=“, que establece la relación entre el identificador de la variable y el valor que tiene almacenado.</a:t>
            </a:r>
          </a:p>
          <a:p>
            <a:pPr algn="just">
              <a:lnSpc>
                <a:spcPts val="419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8949" y="43041"/>
            <a:ext cx="15125701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CONTROLES BASICOS DE VISUAL BASIC .NET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789999" y="4898557"/>
          <a:ext cx="7543800" cy="6600825"/>
        </p:xfrm>
        <a:graphic>
          <a:graphicData uri="http://schemas.openxmlformats.org/presentationml/2006/ole">
            <p:oleObj imgW="9042400" imgH="81026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269288" y="504825"/>
            <a:ext cx="13749424" cy="17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01457"/>
            <a:ext cx="16507738" cy="259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7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Diseñar y programar una aplicación en Visual Basic .NET que permita gestionar las reservas en el restaurante “Delicias Gourmet”. La aplicación debe permitir la selección del tipo de mesa y los servicios adicionales, calcular el costo total, aplicar descuentos y mostrar el total a pagar.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654368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8"/>
                </a:lnTo>
                <a:lnTo>
                  <a:pt x="0" y="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4886" y="1440666"/>
            <a:ext cx="15159257" cy="653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7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programa deberá realizar:</a:t>
            </a:r>
          </a:p>
          <a:p>
            <a:pPr algn="just">
              <a:lnSpc>
                <a:spcPts val="5207"/>
              </a:lnSpc>
              <a:spcBef>
                <a:spcPct val="0"/>
              </a:spcBef>
            </a:pP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Verificar que se haya seleccionado un tipo de mesa y al menos un servicio adicional.</a:t>
            </a: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Calcular el subtotal basado en los precios definidos para cada tipo de mesa y servicio adicional.</a:t>
            </a: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Aplicar los descuentos:</a:t>
            </a:r>
          </a:p>
          <a:p>
            <a:pPr algn="just">
              <a:lnSpc>
                <a:spcPts val="5207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</a:t>
            </a: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Descuento 1: 10% si se seleccionan tres o más servicios adicionales.</a:t>
            </a:r>
          </a:p>
          <a:p>
            <a:pPr algn="just">
              <a:lnSpc>
                <a:spcPts val="5207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Descuento 2: 5% adicional si el subtotal es mayor a Q 150.00</a:t>
            </a: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Mostrar el subtotal, los descuentos aplicados y el total a pagar.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4751" y="1028700"/>
            <a:ext cx="724549" cy="72454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1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922303"/>
            <a:ext cx="1408403" cy="140840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A3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73226" y="3737026"/>
            <a:ext cx="5049909" cy="3936530"/>
            <a:chOff x="0" y="0"/>
            <a:chExt cx="1330017" cy="10367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0017" cy="1036782"/>
            </a:xfrm>
            <a:custGeom>
              <a:avLst/>
              <a:gdLst/>
              <a:ahLst/>
              <a:cxnLst/>
              <a:rect r="r" b="b" t="t" l="l"/>
              <a:pathLst>
                <a:path h="1036782" w="1330017">
                  <a:moveTo>
                    <a:pt x="67456" y="0"/>
                  </a:moveTo>
                  <a:lnTo>
                    <a:pt x="1262562" y="0"/>
                  </a:lnTo>
                  <a:cubicBezTo>
                    <a:pt x="1299816" y="0"/>
                    <a:pt x="1330017" y="30201"/>
                    <a:pt x="1330017" y="67456"/>
                  </a:cubicBezTo>
                  <a:lnTo>
                    <a:pt x="1330017" y="969326"/>
                  </a:lnTo>
                  <a:cubicBezTo>
                    <a:pt x="1330017" y="987216"/>
                    <a:pt x="1322910" y="1004374"/>
                    <a:pt x="1310260" y="1017024"/>
                  </a:cubicBezTo>
                  <a:cubicBezTo>
                    <a:pt x="1297610" y="1029675"/>
                    <a:pt x="1280452" y="1036782"/>
                    <a:pt x="1262562" y="1036782"/>
                  </a:cubicBezTo>
                  <a:lnTo>
                    <a:pt x="67456" y="1036782"/>
                  </a:lnTo>
                  <a:cubicBezTo>
                    <a:pt x="49565" y="1036782"/>
                    <a:pt x="32408" y="1029675"/>
                    <a:pt x="19757" y="1017024"/>
                  </a:cubicBezTo>
                  <a:cubicBezTo>
                    <a:pt x="7107" y="1004374"/>
                    <a:pt x="0" y="987216"/>
                    <a:pt x="0" y="969326"/>
                  </a:cubicBezTo>
                  <a:lnTo>
                    <a:pt x="0" y="67456"/>
                  </a:lnTo>
                  <a:cubicBezTo>
                    <a:pt x="0" y="49565"/>
                    <a:pt x="7107" y="32408"/>
                    <a:pt x="19757" y="19757"/>
                  </a:cubicBezTo>
                  <a:cubicBezTo>
                    <a:pt x="32408" y="7107"/>
                    <a:pt x="49565" y="0"/>
                    <a:pt x="67456" y="0"/>
                  </a:cubicBezTo>
                  <a:close/>
                </a:path>
              </a:pathLst>
            </a:custGeom>
            <a:solidFill>
              <a:srgbClr val="F4EA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30017" cy="1093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4865" y="3737026"/>
            <a:ext cx="5049909" cy="3936530"/>
            <a:chOff x="0" y="0"/>
            <a:chExt cx="1330017" cy="1036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0017" cy="1036782"/>
            </a:xfrm>
            <a:custGeom>
              <a:avLst/>
              <a:gdLst/>
              <a:ahLst/>
              <a:cxnLst/>
              <a:rect r="r" b="b" t="t" l="l"/>
              <a:pathLst>
                <a:path h="1036782" w="1330017">
                  <a:moveTo>
                    <a:pt x="67456" y="0"/>
                  </a:moveTo>
                  <a:lnTo>
                    <a:pt x="1262562" y="0"/>
                  </a:lnTo>
                  <a:cubicBezTo>
                    <a:pt x="1299816" y="0"/>
                    <a:pt x="1330017" y="30201"/>
                    <a:pt x="1330017" y="67456"/>
                  </a:cubicBezTo>
                  <a:lnTo>
                    <a:pt x="1330017" y="969326"/>
                  </a:lnTo>
                  <a:cubicBezTo>
                    <a:pt x="1330017" y="987216"/>
                    <a:pt x="1322910" y="1004374"/>
                    <a:pt x="1310260" y="1017024"/>
                  </a:cubicBezTo>
                  <a:cubicBezTo>
                    <a:pt x="1297610" y="1029675"/>
                    <a:pt x="1280452" y="1036782"/>
                    <a:pt x="1262562" y="1036782"/>
                  </a:cubicBezTo>
                  <a:lnTo>
                    <a:pt x="67456" y="1036782"/>
                  </a:lnTo>
                  <a:cubicBezTo>
                    <a:pt x="49565" y="1036782"/>
                    <a:pt x="32408" y="1029675"/>
                    <a:pt x="19757" y="1017024"/>
                  </a:cubicBezTo>
                  <a:cubicBezTo>
                    <a:pt x="7107" y="1004374"/>
                    <a:pt x="0" y="987216"/>
                    <a:pt x="0" y="969326"/>
                  </a:cubicBezTo>
                  <a:lnTo>
                    <a:pt x="0" y="67456"/>
                  </a:lnTo>
                  <a:cubicBezTo>
                    <a:pt x="0" y="49565"/>
                    <a:pt x="7107" y="32408"/>
                    <a:pt x="19757" y="19757"/>
                  </a:cubicBezTo>
                  <a:cubicBezTo>
                    <a:pt x="32408" y="7107"/>
                    <a:pt x="49565" y="0"/>
                    <a:pt x="67456" y="0"/>
                  </a:cubicBezTo>
                  <a:close/>
                </a:path>
              </a:pathLst>
            </a:custGeom>
            <a:solidFill>
              <a:srgbClr val="F4EAD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30017" cy="1093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84442" y="753866"/>
            <a:ext cx="11310257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27550" y="4748875"/>
            <a:ext cx="4141261" cy="256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3"/>
              </a:lnSpc>
            </a:pPr>
            <a:r>
              <a:rPr lang="en-US" sz="413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USO</a:t>
            </a:r>
            <a:r>
              <a:rPr lang="en-US" sz="413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 DE VARIABLES</a:t>
            </a:r>
          </a:p>
          <a:p>
            <a:pPr algn="ctr">
              <a:lnSpc>
                <a:spcPts val="695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142557" y="3764706"/>
            <a:ext cx="6094526" cy="256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3"/>
              </a:lnSpc>
            </a:pPr>
          </a:p>
          <a:p>
            <a:pPr algn="ctr">
              <a:lnSpc>
                <a:spcPts val="6953"/>
              </a:lnSpc>
            </a:pPr>
            <a:r>
              <a:rPr lang="en-US" sz="4138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CREACIÓN DE VARIABLES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18042" y="2540927"/>
            <a:ext cx="113062" cy="88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7"/>
              </a:lnSpc>
            </a:pPr>
            <a:r>
              <a:rPr lang="en-US" sz="315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26627"/>
            <a:ext cx="16230600" cy="515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  <a:spcBef>
                <a:spcPct val="0"/>
              </a:spcBef>
            </a:pPr>
            <a:r>
              <a:rPr lang="en-US" sz="8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Frase: Explorar lo nuevo con ganas de entender cómo y por qué funciona.</a:t>
            </a:r>
          </a:p>
          <a:p>
            <a:pPr algn="ctr">
              <a:lnSpc>
                <a:spcPts val="134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65513" y="3899840"/>
            <a:ext cx="5457663" cy="117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72" y="1726416"/>
            <a:ext cx="5276736" cy="315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Nombre de la actividad: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2253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Cantidad de participantes:</a:t>
            </a:r>
          </a:p>
          <a:p>
            <a:pPr algn="l">
              <a:lnSpc>
                <a:spcPts val="2253"/>
              </a:lnSpc>
            </a:pPr>
          </a:p>
          <a:p>
            <a:pPr algn="l">
              <a:lnSpc>
                <a:spcPts val="2254"/>
              </a:lnSpc>
            </a:pPr>
          </a:p>
          <a:p>
            <a:pPr algn="l">
              <a:lnSpc>
                <a:spcPts val="139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Doy fe que esta actividad está 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planificada en dtt (Sí/No):</a:t>
            </a:r>
          </a:p>
          <a:p>
            <a:pPr algn="l">
              <a:lnSpc>
                <a:spcPts val="541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882666" y="2153136"/>
            <a:ext cx="2677535" cy="200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05792"/>
            <a:ext cx="15022439" cy="74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6286" y="699973"/>
            <a:ext cx="9135428" cy="5691797"/>
          </a:xfrm>
          <a:custGeom>
            <a:avLst/>
            <a:gdLst/>
            <a:ahLst/>
            <a:cxnLst/>
            <a:rect r="r" b="b" t="t" l="l"/>
            <a:pathLst>
              <a:path h="5691797" w="9135428">
                <a:moveTo>
                  <a:pt x="0" y="0"/>
                </a:moveTo>
                <a:lnTo>
                  <a:pt x="9135428" y="0"/>
                </a:lnTo>
                <a:lnTo>
                  <a:pt x="9135428" y="5691797"/>
                </a:lnTo>
                <a:lnTo>
                  <a:pt x="0" y="5691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91486" y="6796954"/>
            <a:ext cx="6705000" cy="769496"/>
          </a:xfrm>
          <a:custGeom>
            <a:avLst/>
            <a:gdLst/>
            <a:ahLst/>
            <a:cxnLst/>
            <a:rect r="r" b="b" t="t" l="l"/>
            <a:pathLst>
              <a:path h="769496" w="6705000">
                <a:moveTo>
                  <a:pt x="0" y="0"/>
                </a:moveTo>
                <a:lnTo>
                  <a:pt x="6705000" y="0"/>
                </a:lnTo>
                <a:lnTo>
                  <a:pt x="6705000" y="769496"/>
                </a:lnTo>
                <a:lnTo>
                  <a:pt x="0" y="769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6286" y="699973"/>
            <a:ext cx="9135428" cy="5691797"/>
          </a:xfrm>
          <a:custGeom>
            <a:avLst/>
            <a:gdLst/>
            <a:ahLst/>
            <a:cxnLst/>
            <a:rect r="r" b="b" t="t" l="l"/>
            <a:pathLst>
              <a:path h="5691797" w="9135428">
                <a:moveTo>
                  <a:pt x="0" y="0"/>
                </a:moveTo>
                <a:lnTo>
                  <a:pt x="9135428" y="0"/>
                </a:lnTo>
                <a:lnTo>
                  <a:pt x="9135428" y="5691797"/>
                </a:lnTo>
                <a:lnTo>
                  <a:pt x="0" y="56917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74099" y="7067402"/>
            <a:ext cx="3733800" cy="103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131416"/>
                </a:solidFill>
                <a:latin typeface="Nunito Bold"/>
                <a:ea typeface="Nunito Bold"/>
                <a:cs typeface="Nunito Bold"/>
                <a:sym typeface="Nunito Bold"/>
              </a:rPr>
              <a:t>DUDAS ¿?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65361" y="596598"/>
            <a:ext cx="2757268" cy="3770967"/>
          </a:xfrm>
          <a:custGeom>
            <a:avLst/>
            <a:gdLst/>
            <a:ahLst/>
            <a:cxnLst/>
            <a:rect r="r" b="b" t="t" l="l"/>
            <a:pathLst>
              <a:path h="3770967" w="2757268">
                <a:moveTo>
                  <a:pt x="0" y="0"/>
                </a:moveTo>
                <a:lnTo>
                  <a:pt x="2757268" y="0"/>
                </a:lnTo>
                <a:lnTo>
                  <a:pt x="2757268" y="3770967"/>
                </a:lnTo>
                <a:lnTo>
                  <a:pt x="0" y="3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1101" y="7899740"/>
            <a:ext cx="13465807" cy="719452"/>
          </a:xfrm>
          <a:custGeom>
            <a:avLst/>
            <a:gdLst/>
            <a:ahLst/>
            <a:cxnLst/>
            <a:rect r="r" b="b" t="t" l="l"/>
            <a:pathLst>
              <a:path h="719452" w="13465807">
                <a:moveTo>
                  <a:pt x="0" y="0"/>
                </a:moveTo>
                <a:lnTo>
                  <a:pt x="13465807" y="0"/>
                </a:lnTo>
                <a:lnTo>
                  <a:pt x="13465807" y="719452"/>
                </a:lnTo>
                <a:lnTo>
                  <a:pt x="0" y="719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5361" y="596598"/>
            <a:ext cx="2757268" cy="3770967"/>
          </a:xfrm>
          <a:custGeom>
            <a:avLst/>
            <a:gdLst/>
            <a:ahLst/>
            <a:cxnLst/>
            <a:rect r="r" b="b" t="t" l="l"/>
            <a:pathLst>
              <a:path h="3770967" w="2757268">
                <a:moveTo>
                  <a:pt x="0" y="0"/>
                </a:moveTo>
                <a:lnTo>
                  <a:pt x="2757268" y="0"/>
                </a:lnTo>
                <a:lnTo>
                  <a:pt x="2757268" y="3770967"/>
                </a:lnTo>
                <a:lnTo>
                  <a:pt x="0" y="3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93861" y="5518817"/>
            <a:ext cx="9145245" cy="107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1"/>
              </a:lnSpc>
            </a:pPr>
            <a:r>
              <a:rPr lang="en-US" b="true" sz="609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¡GRACIAS POR SU ATENCIÓN!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6497" y="7677045"/>
            <a:ext cx="71761" cy="55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5767" y="7819920"/>
            <a:ext cx="13628915" cy="41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70765" y="8271024"/>
            <a:ext cx="3184072" cy="41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DAG7aXwAvow</dc:identifier>
  <dcterms:modified xsi:type="dcterms:W3CDTF">2011-08-01T06:04:30Z</dcterms:modified>
  <cp:revision>1</cp:revision>
  <dc:title>1s2026_Semana_2</dc:title>
</cp:coreProperties>
</file>