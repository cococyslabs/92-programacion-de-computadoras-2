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y Grotesk Wide Bold" charset="1" panose="00000805000000000000"/>
      <p:regular r:id="rId27"/>
    </p:embeddedFont>
    <p:embeddedFont>
      <p:font typeface="Cy Grotesk Wide" charset="1" panose="00000505000000000000"/>
      <p:regular r:id="rId28"/>
    </p:embeddedFont>
    <p:embeddedFont>
      <p:font typeface="Composite" charset="1" panose="010005030000000200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7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22664" y="4712989"/>
            <a:ext cx="10278628" cy="861022"/>
          </a:xfrm>
          <a:custGeom>
            <a:avLst/>
            <a:gdLst/>
            <a:ahLst/>
            <a:cxnLst/>
            <a:rect r="r" b="b" t="t" l="l"/>
            <a:pathLst>
              <a:path h="861022" w="10278628">
                <a:moveTo>
                  <a:pt x="0" y="0"/>
                </a:moveTo>
                <a:lnTo>
                  <a:pt x="10278627" y="0"/>
                </a:lnTo>
                <a:lnTo>
                  <a:pt x="10278627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29784" y="5920416"/>
            <a:ext cx="7501528" cy="861022"/>
          </a:xfrm>
          <a:custGeom>
            <a:avLst/>
            <a:gdLst/>
            <a:ahLst/>
            <a:cxnLst/>
            <a:rect r="r" b="b" t="t" l="l"/>
            <a:pathLst>
              <a:path h="861022" w="7501528">
                <a:moveTo>
                  <a:pt x="0" y="0"/>
                </a:moveTo>
                <a:lnTo>
                  <a:pt x="7501528" y="0"/>
                </a:lnTo>
                <a:lnTo>
                  <a:pt x="7501528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3692189" y="1898238"/>
          <a:ext cx="4422977" cy="1676400"/>
        </p:xfrm>
        <a:graphic>
          <a:graphicData uri="http://schemas.openxmlformats.org/drawingml/2006/table">
            <a:tbl>
              <a:tblPr/>
              <a:tblGrid>
                <a:gridCol w="2665102"/>
              </a:tblGrid>
              <a:tr h="838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y Grotesk Wide Bold"/>
                          <a:ea typeface="Cy Grotesk Wide Bold"/>
                          <a:cs typeface="Cy Grotesk Wide Bold"/>
                          <a:sym typeface="Cy Grotesk Wide Bold"/>
                        </a:rPr>
                        <a:t>Martes 17 de febrero 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y Grotesk Wide"/>
                          <a:ea typeface="Cy Grotesk Wide"/>
                          <a:cs typeface="Cy Grotesk Wide"/>
                          <a:sym typeface="Cy Grotesk Wide"/>
                        </a:rPr>
                        <a:t>12:25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4031417" y="6107722"/>
            <a:ext cx="649826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Julio Alfredo Fernández Rodríguez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80992" y="4844732"/>
            <a:ext cx="9361970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PROGRAMACIÓN DE COMPUTADORAS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8454" y="8287748"/>
            <a:ext cx="9153406" cy="23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21"/>
              </a:lnSpc>
            </a:pPr>
            <a:r>
              <a:rPr lang="en-US" b="true" sz="1912" spc="487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PROGRAMACION DE COMPUTADORAS 2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176688" y="86411"/>
            <a:ext cx="10111312" cy="10114179"/>
            <a:chOff x="0" y="0"/>
            <a:chExt cx="4479290" cy="44805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4" y="-1285"/>
              <a:ext cx="4481849" cy="4483116"/>
            </a:xfrm>
            <a:custGeom>
              <a:avLst/>
              <a:gdLst/>
              <a:ahLst/>
              <a:cxnLst/>
              <a:rect r="r" b="b" t="t" l="l"/>
              <a:pathLst>
                <a:path h="4483116" w="4481849">
                  <a:moveTo>
                    <a:pt x="1470664" y="4481845"/>
                  </a:moveTo>
                  <a:lnTo>
                    <a:pt x="708664" y="4481845"/>
                  </a:lnTo>
                  <a:cubicBezTo>
                    <a:pt x="317504" y="4483115"/>
                    <a:pt x="1274" y="4166885"/>
                    <a:pt x="4" y="3775725"/>
                  </a:cubicBezTo>
                  <a:cubicBezTo>
                    <a:pt x="-1266" y="3384565"/>
                    <a:pt x="314964" y="3068335"/>
                    <a:pt x="706124" y="3067065"/>
                  </a:cubicBezTo>
                  <a:lnTo>
                    <a:pt x="2233934" y="3067065"/>
                  </a:lnTo>
                  <a:cubicBezTo>
                    <a:pt x="2640334" y="3067065"/>
                    <a:pt x="2974344" y="2792745"/>
                    <a:pt x="3050544" y="2400315"/>
                  </a:cubicBezTo>
                  <a:cubicBezTo>
                    <a:pt x="3060704" y="2346975"/>
                    <a:pt x="3065784" y="2293635"/>
                    <a:pt x="3065784" y="2240295"/>
                  </a:cubicBezTo>
                  <a:cubicBezTo>
                    <a:pt x="3072134" y="1847865"/>
                    <a:pt x="3383284" y="1536715"/>
                    <a:pt x="3771904" y="1535445"/>
                  </a:cubicBezTo>
                  <a:cubicBezTo>
                    <a:pt x="4163064" y="1545605"/>
                    <a:pt x="4471674" y="1871995"/>
                    <a:pt x="4461514" y="2263155"/>
                  </a:cubicBezTo>
                  <a:cubicBezTo>
                    <a:pt x="4451354" y="2632725"/>
                    <a:pt x="4159254" y="2932445"/>
                    <a:pt x="3790954" y="2951495"/>
                  </a:cubicBezTo>
                  <a:cubicBezTo>
                    <a:pt x="3615694" y="2955305"/>
                    <a:pt x="3453134" y="2995945"/>
                    <a:pt x="3309624" y="3096275"/>
                  </a:cubicBezTo>
                  <a:cubicBezTo>
                    <a:pt x="3074674" y="3262645"/>
                    <a:pt x="2956564" y="3491245"/>
                    <a:pt x="2951484" y="3776995"/>
                  </a:cubicBezTo>
                  <a:cubicBezTo>
                    <a:pt x="2947674" y="3938285"/>
                    <a:pt x="2901954" y="4084335"/>
                    <a:pt x="2801624" y="4210065"/>
                  </a:cubicBezTo>
                  <a:cubicBezTo>
                    <a:pt x="2660654" y="4387865"/>
                    <a:pt x="2476504" y="4481845"/>
                    <a:pt x="2247904" y="4483115"/>
                  </a:cubicBezTo>
                  <a:cubicBezTo>
                    <a:pt x="1988824" y="4483115"/>
                    <a:pt x="1729744" y="4481845"/>
                    <a:pt x="1470664" y="4481845"/>
                  </a:cubicBezTo>
                  <a:close/>
                  <a:moveTo>
                    <a:pt x="1478284" y="2555"/>
                  </a:moveTo>
                  <a:cubicBezTo>
                    <a:pt x="1732284" y="2555"/>
                    <a:pt x="1986284" y="15"/>
                    <a:pt x="2239014" y="3825"/>
                  </a:cubicBezTo>
                  <a:cubicBezTo>
                    <a:pt x="2518414" y="7635"/>
                    <a:pt x="2733044" y="130825"/>
                    <a:pt x="2865124" y="377205"/>
                  </a:cubicBezTo>
                  <a:cubicBezTo>
                    <a:pt x="2997204" y="623585"/>
                    <a:pt x="2984504" y="867425"/>
                    <a:pt x="2834644" y="1099835"/>
                  </a:cubicBezTo>
                  <a:cubicBezTo>
                    <a:pt x="2700024" y="1306845"/>
                    <a:pt x="2501904" y="1417335"/>
                    <a:pt x="2255524" y="1418605"/>
                  </a:cubicBezTo>
                  <a:cubicBezTo>
                    <a:pt x="1737364" y="1423685"/>
                    <a:pt x="1220474" y="1423685"/>
                    <a:pt x="703584" y="1418605"/>
                  </a:cubicBezTo>
                  <a:cubicBezTo>
                    <a:pt x="316234" y="1417335"/>
                    <a:pt x="1274" y="1102375"/>
                    <a:pt x="2544" y="715025"/>
                  </a:cubicBezTo>
                  <a:cubicBezTo>
                    <a:pt x="2544" y="711215"/>
                    <a:pt x="2544" y="708675"/>
                    <a:pt x="2544" y="704865"/>
                  </a:cubicBezTo>
                  <a:cubicBezTo>
                    <a:pt x="6354" y="317515"/>
                    <a:pt x="317504" y="7635"/>
                    <a:pt x="711204" y="3825"/>
                  </a:cubicBezTo>
                  <a:cubicBezTo>
                    <a:pt x="966474" y="1285"/>
                    <a:pt x="1221744" y="2555"/>
                    <a:pt x="1478284" y="2555"/>
                  </a:cubicBezTo>
                  <a:close/>
                  <a:moveTo>
                    <a:pt x="4481834" y="711215"/>
                  </a:moveTo>
                  <a:cubicBezTo>
                    <a:pt x="4483104" y="1101105"/>
                    <a:pt x="4173224" y="1413525"/>
                    <a:pt x="3776984" y="1419875"/>
                  </a:cubicBezTo>
                  <a:cubicBezTo>
                    <a:pt x="3380744" y="1426225"/>
                    <a:pt x="3063244" y="1678955"/>
                    <a:pt x="2975614" y="2049795"/>
                  </a:cubicBezTo>
                  <a:cubicBezTo>
                    <a:pt x="2961644" y="2117105"/>
                    <a:pt x="2952754" y="2184415"/>
                    <a:pt x="2951484" y="2252995"/>
                  </a:cubicBezTo>
                  <a:cubicBezTo>
                    <a:pt x="2941324" y="2645425"/>
                    <a:pt x="2627634" y="2954035"/>
                    <a:pt x="2239014" y="2951495"/>
                  </a:cubicBezTo>
                  <a:cubicBezTo>
                    <a:pt x="1850394" y="2948955"/>
                    <a:pt x="1536704" y="2635265"/>
                    <a:pt x="1534164" y="2246645"/>
                  </a:cubicBezTo>
                  <a:cubicBezTo>
                    <a:pt x="1534164" y="1852945"/>
                    <a:pt x="1841504" y="1541795"/>
                    <a:pt x="2237744" y="1534175"/>
                  </a:cubicBezTo>
                  <a:cubicBezTo>
                    <a:pt x="2710184" y="1526555"/>
                    <a:pt x="3060704" y="1176035"/>
                    <a:pt x="3067054" y="703595"/>
                  </a:cubicBezTo>
                  <a:cubicBezTo>
                    <a:pt x="3069594" y="312435"/>
                    <a:pt x="3387094" y="-2525"/>
                    <a:pt x="3778254" y="15"/>
                  </a:cubicBezTo>
                  <a:cubicBezTo>
                    <a:pt x="4169414" y="2555"/>
                    <a:pt x="4484374" y="320055"/>
                    <a:pt x="4481834" y="711215"/>
                  </a:cubicBezTo>
                  <a:close/>
                  <a:moveTo>
                    <a:pt x="3067054" y="3774455"/>
                  </a:moveTo>
                  <a:cubicBezTo>
                    <a:pt x="3067054" y="3383295"/>
                    <a:pt x="3383284" y="3067065"/>
                    <a:pt x="3774444" y="3067065"/>
                  </a:cubicBezTo>
                  <a:cubicBezTo>
                    <a:pt x="4165604" y="3067065"/>
                    <a:pt x="4481834" y="3383295"/>
                    <a:pt x="4481834" y="3774455"/>
                  </a:cubicBezTo>
                  <a:cubicBezTo>
                    <a:pt x="4481834" y="4165615"/>
                    <a:pt x="4165604" y="4481845"/>
                    <a:pt x="3774444" y="4481845"/>
                  </a:cubicBezTo>
                  <a:cubicBezTo>
                    <a:pt x="3774444" y="4481845"/>
                    <a:pt x="3773174" y="4481845"/>
                    <a:pt x="3773174" y="4481845"/>
                  </a:cubicBezTo>
                  <a:cubicBezTo>
                    <a:pt x="3384554" y="4483115"/>
                    <a:pt x="3068324" y="4169425"/>
                    <a:pt x="3067054" y="3780805"/>
                  </a:cubicBezTo>
                  <a:cubicBezTo>
                    <a:pt x="3067054" y="3778265"/>
                    <a:pt x="3067054" y="3776995"/>
                    <a:pt x="3067054" y="3774455"/>
                  </a:cubicBezTo>
                  <a:close/>
                  <a:moveTo>
                    <a:pt x="2544" y="2240295"/>
                  </a:moveTo>
                  <a:cubicBezTo>
                    <a:pt x="2544" y="1841515"/>
                    <a:pt x="326394" y="1517665"/>
                    <a:pt x="725174" y="1517665"/>
                  </a:cubicBezTo>
                  <a:cubicBezTo>
                    <a:pt x="1123954" y="1517665"/>
                    <a:pt x="1447804" y="1841515"/>
                    <a:pt x="1447804" y="2240295"/>
                  </a:cubicBezTo>
                  <a:cubicBezTo>
                    <a:pt x="1447804" y="2639075"/>
                    <a:pt x="1123954" y="2962925"/>
                    <a:pt x="725174" y="2962925"/>
                  </a:cubicBezTo>
                  <a:cubicBezTo>
                    <a:pt x="725174" y="2962925"/>
                    <a:pt x="723904" y="2962925"/>
                    <a:pt x="723904" y="2962925"/>
                  </a:cubicBezTo>
                  <a:cubicBezTo>
                    <a:pt x="326394" y="2964195"/>
                    <a:pt x="3814" y="2641615"/>
                    <a:pt x="2544" y="2244105"/>
                  </a:cubicBezTo>
                  <a:cubicBezTo>
                    <a:pt x="2544" y="2242835"/>
                    <a:pt x="2544" y="2241565"/>
                    <a:pt x="2544" y="2240295"/>
                  </a:cubicBezTo>
                  <a:close/>
                </a:path>
              </a:pathLst>
            </a:custGeom>
            <a:blipFill>
              <a:blip r:embed="rId2"/>
              <a:stretch>
                <a:fillRect l="-24953" t="0" r="-24953" b="0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-382498" y="8021048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7999830" cy="833313"/>
          </a:xfrm>
          <a:custGeom>
            <a:avLst/>
            <a:gdLst/>
            <a:ahLst/>
            <a:cxnLst/>
            <a:rect r="r" b="b" t="t" l="l"/>
            <a:pathLst>
              <a:path h="833313" w="7999830">
                <a:moveTo>
                  <a:pt x="0" y="0"/>
                </a:moveTo>
                <a:lnTo>
                  <a:pt x="7999830" y="0"/>
                </a:lnTo>
                <a:lnTo>
                  <a:pt x="7999830" y="833313"/>
                </a:lnTo>
                <a:lnTo>
                  <a:pt x="0" y="83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1348" y="4835452"/>
            <a:ext cx="6017133" cy="77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3"/>
              </a:lnSpc>
            </a:pPr>
            <a:r>
              <a:rPr lang="en-US" sz="6170">
                <a:solidFill>
                  <a:srgbClr val="151912"/>
                </a:solidFill>
                <a:latin typeface="Composite"/>
                <a:ea typeface="Composite"/>
                <a:cs typeface="Composite"/>
                <a:sym typeface="Composite"/>
              </a:rPr>
              <a:t>Clase 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1007" y="2585178"/>
            <a:ext cx="6997815" cy="188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17"/>
              </a:lnSpc>
            </a:pPr>
            <a:r>
              <a:rPr lang="en-US" sz="7907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Módulos y formularios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8454" y="8665422"/>
            <a:ext cx="6246614" cy="34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899">
                <a:solidFill>
                  <a:srgbClr val="131416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Escuela de Ingeniería de Ciencias y Sistemas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454" y="9153686"/>
            <a:ext cx="3046129" cy="34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899">
                <a:solidFill>
                  <a:srgbClr val="131416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Facultad de Ingenieria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8454" y="9737200"/>
            <a:ext cx="5696716" cy="25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4"/>
              </a:lnSpc>
            </a:pPr>
            <a:r>
              <a:rPr lang="en-US" sz="1899">
                <a:solidFill>
                  <a:srgbClr val="131416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Universidad de San Carlos de Guatemala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4287" y="7813377"/>
            <a:ext cx="6300248" cy="6611667"/>
          </a:xfrm>
          <a:custGeom>
            <a:avLst/>
            <a:gdLst/>
            <a:ahLst/>
            <a:cxnLst/>
            <a:rect r="r" b="b" t="t" l="l"/>
            <a:pathLst>
              <a:path h="6611667" w="6300248">
                <a:moveTo>
                  <a:pt x="0" y="0"/>
                </a:moveTo>
                <a:lnTo>
                  <a:pt x="6300248" y="0"/>
                </a:lnTo>
                <a:lnTo>
                  <a:pt x="6300248" y="6611668"/>
                </a:lnTo>
                <a:lnTo>
                  <a:pt x="0" y="6611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29186"/>
            <a:ext cx="10138335" cy="9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7799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Agenda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13186" y="3026567"/>
            <a:ext cx="3984682" cy="521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Anuncios</a:t>
            </a:r>
          </a:p>
          <a:p>
            <a:pPr algn="just">
              <a:lnSpc>
                <a:spcPts val="4198"/>
              </a:lnSpc>
              <a:spcBef>
                <a:spcPct val="0"/>
              </a:spcBef>
            </a:pPr>
          </a:p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Repaso clase anterior</a:t>
            </a:r>
          </a:p>
          <a:p>
            <a:pPr algn="just">
              <a:lnSpc>
                <a:spcPts val="4198"/>
              </a:lnSpc>
              <a:spcBef>
                <a:spcPct val="0"/>
              </a:spcBef>
            </a:pPr>
          </a:p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Modulos</a:t>
            </a:r>
          </a:p>
          <a:p>
            <a:pPr algn="just">
              <a:lnSpc>
                <a:spcPts val="4198"/>
              </a:lnSpc>
              <a:spcBef>
                <a:spcPct val="0"/>
              </a:spcBef>
            </a:pPr>
          </a:p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Formularios</a:t>
            </a:r>
          </a:p>
          <a:p>
            <a:pPr algn="just">
              <a:lnSpc>
                <a:spcPts val="4198"/>
              </a:lnSpc>
              <a:spcBef>
                <a:spcPct val="0"/>
              </a:spcBef>
            </a:pPr>
          </a:p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Dudas y comentarios</a:t>
            </a:r>
          </a:p>
          <a:p>
            <a:pPr algn="just">
              <a:lnSpc>
                <a:spcPts val="419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1729186"/>
            <a:ext cx="10138335" cy="9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7799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Recursos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90605" y="3141589"/>
            <a:ext cx="453361" cy="550097"/>
          </a:xfrm>
          <a:custGeom>
            <a:avLst/>
            <a:gdLst/>
            <a:ahLst/>
            <a:cxnLst/>
            <a:rect r="r" b="b" t="t" l="l"/>
            <a:pathLst>
              <a:path h="550097" w="453361">
                <a:moveTo>
                  <a:pt x="0" y="0"/>
                </a:moveTo>
                <a:lnTo>
                  <a:pt x="453361" y="0"/>
                </a:lnTo>
                <a:lnTo>
                  <a:pt x="453361" y="550097"/>
                </a:lnTo>
                <a:lnTo>
                  <a:pt x="0" y="550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0605" y="4075763"/>
            <a:ext cx="453361" cy="550097"/>
          </a:xfrm>
          <a:custGeom>
            <a:avLst/>
            <a:gdLst/>
            <a:ahLst/>
            <a:cxnLst/>
            <a:rect r="r" b="b" t="t" l="l"/>
            <a:pathLst>
              <a:path h="550097" w="453361">
                <a:moveTo>
                  <a:pt x="0" y="0"/>
                </a:moveTo>
                <a:lnTo>
                  <a:pt x="453361" y="0"/>
                </a:lnTo>
                <a:lnTo>
                  <a:pt x="453361" y="550097"/>
                </a:lnTo>
                <a:lnTo>
                  <a:pt x="0" y="550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0605" y="5068264"/>
            <a:ext cx="453361" cy="550097"/>
          </a:xfrm>
          <a:custGeom>
            <a:avLst/>
            <a:gdLst/>
            <a:ahLst/>
            <a:cxnLst/>
            <a:rect r="r" b="b" t="t" l="l"/>
            <a:pathLst>
              <a:path h="550097" w="453361">
                <a:moveTo>
                  <a:pt x="0" y="0"/>
                </a:moveTo>
                <a:lnTo>
                  <a:pt x="453361" y="0"/>
                </a:lnTo>
                <a:lnTo>
                  <a:pt x="453361" y="550097"/>
                </a:lnTo>
                <a:lnTo>
                  <a:pt x="0" y="550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0605" y="6198422"/>
            <a:ext cx="453361" cy="550097"/>
          </a:xfrm>
          <a:custGeom>
            <a:avLst/>
            <a:gdLst/>
            <a:ahLst/>
            <a:cxnLst/>
            <a:rect r="r" b="b" t="t" l="l"/>
            <a:pathLst>
              <a:path h="550097" w="453361">
                <a:moveTo>
                  <a:pt x="0" y="0"/>
                </a:moveTo>
                <a:lnTo>
                  <a:pt x="453361" y="0"/>
                </a:lnTo>
                <a:lnTo>
                  <a:pt x="453361" y="550098"/>
                </a:lnTo>
                <a:lnTo>
                  <a:pt x="0" y="550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90605" y="7241625"/>
            <a:ext cx="453361" cy="550097"/>
          </a:xfrm>
          <a:custGeom>
            <a:avLst/>
            <a:gdLst/>
            <a:ahLst/>
            <a:cxnLst/>
            <a:rect r="r" b="b" t="t" l="l"/>
            <a:pathLst>
              <a:path h="550097" w="453361">
                <a:moveTo>
                  <a:pt x="0" y="0"/>
                </a:moveTo>
                <a:lnTo>
                  <a:pt x="453361" y="0"/>
                </a:lnTo>
                <a:lnTo>
                  <a:pt x="453361" y="550097"/>
                </a:lnTo>
                <a:lnTo>
                  <a:pt x="0" y="550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89898" y="2305964"/>
            <a:ext cx="8945020" cy="6952336"/>
            <a:chOff x="0" y="0"/>
            <a:chExt cx="9473757" cy="73632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757" cy="7363286"/>
            </a:xfrm>
            <a:custGeom>
              <a:avLst/>
              <a:gdLst/>
              <a:ahLst/>
              <a:cxnLst/>
              <a:rect r="r" b="b" t="t" l="l"/>
              <a:pathLst>
                <a:path h="7363286" w="9473757">
                  <a:moveTo>
                    <a:pt x="9473757" y="1613973"/>
                  </a:moveTo>
                  <a:lnTo>
                    <a:pt x="9473757" y="5749313"/>
                  </a:lnTo>
                  <a:cubicBezTo>
                    <a:pt x="9473757" y="6640345"/>
                    <a:pt x="8756585" y="7363286"/>
                    <a:pt x="7872662" y="7363286"/>
                  </a:cubicBezTo>
                  <a:cubicBezTo>
                    <a:pt x="7099415" y="7363286"/>
                    <a:pt x="6454550" y="6811411"/>
                    <a:pt x="6305509" y="6078058"/>
                  </a:cubicBezTo>
                  <a:cubicBezTo>
                    <a:pt x="6154991" y="6811411"/>
                    <a:pt x="5510126" y="7363286"/>
                    <a:pt x="4736878" y="7363286"/>
                  </a:cubicBezTo>
                  <a:cubicBezTo>
                    <a:pt x="3963631" y="7363286"/>
                    <a:pt x="3318766" y="6811411"/>
                    <a:pt x="3169724" y="6078058"/>
                  </a:cubicBezTo>
                  <a:cubicBezTo>
                    <a:pt x="3019207" y="6811411"/>
                    <a:pt x="2374342" y="7363286"/>
                    <a:pt x="1602570" y="7363286"/>
                  </a:cubicBezTo>
                  <a:cubicBezTo>
                    <a:pt x="717172" y="7363286"/>
                    <a:pt x="0" y="6640345"/>
                    <a:pt x="0" y="5749313"/>
                  </a:cubicBezTo>
                  <a:lnTo>
                    <a:pt x="0" y="1613973"/>
                  </a:lnTo>
                  <a:cubicBezTo>
                    <a:pt x="0" y="722941"/>
                    <a:pt x="717172" y="0"/>
                    <a:pt x="1601094" y="0"/>
                  </a:cubicBezTo>
                  <a:cubicBezTo>
                    <a:pt x="2374342" y="0"/>
                    <a:pt x="3019207" y="551875"/>
                    <a:pt x="3168248" y="1285228"/>
                  </a:cubicBezTo>
                  <a:cubicBezTo>
                    <a:pt x="3318766" y="551875"/>
                    <a:pt x="3963631" y="0"/>
                    <a:pt x="4736878" y="0"/>
                  </a:cubicBezTo>
                  <a:cubicBezTo>
                    <a:pt x="5510126" y="0"/>
                    <a:pt x="6154991" y="551875"/>
                    <a:pt x="6304033" y="1285228"/>
                  </a:cubicBezTo>
                  <a:cubicBezTo>
                    <a:pt x="6454550" y="551875"/>
                    <a:pt x="7099415" y="0"/>
                    <a:pt x="7872662" y="0"/>
                  </a:cubicBezTo>
                  <a:cubicBezTo>
                    <a:pt x="8756585" y="0"/>
                    <a:pt x="9473757" y="722941"/>
                    <a:pt x="9473757" y="1613973"/>
                  </a:cubicBezTo>
                  <a:close/>
                </a:path>
              </a:pathLst>
            </a:custGeom>
            <a:blipFill>
              <a:blip r:embed="rId2"/>
              <a:stretch>
                <a:fillRect l="-8239" t="0" r="-823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621997" y="8704829"/>
            <a:ext cx="4045461" cy="2169838"/>
          </a:xfrm>
          <a:custGeom>
            <a:avLst/>
            <a:gdLst/>
            <a:ahLst/>
            <a:cxnLst/>
            <a:rect r="r" b="b" t="t" l="l"/>
            <a:pathLst>
              <a:path h="2169838" w="4045461">
                <a:moveTo>
                  <a:pt x="0" y="0"/>
                </a:moveTo>
                <a:lnTo>
                  <a:pt x="4045461" y="0"/>
                </a:lnTo>
                <a:lnTo>
                  <a:pt x="4045461" y="2169838"/>
                </a:lnTo>
                <a:lnTo>
                  <a:pt x="0" y="2169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5941" y="4201052"/>
            <a:ext cx="8922197" cy="311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5942" indent="-272971" lvl="1">
              <a:lnSpc>
                <a:spcPts val="3540"/>
              </a:lnSpc>
              <a:buAutoNum type="arabicPeriod" startAt="1"/>
            </a:pPr>
            <a:r>
              <a:rPr lang="en-US" sz="2528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Desarrolla interfaces gráficas en Visual Basic .NET utilizando controles básicos /para capturar y mostrar información de forma eficiente.</a:t>
            </a:r>
          </a:p>
          <a:p>
            <a:pPr algn="just" marL="545942" indent="-272971" lvl="1">
              <a:lnSpc>
                <a:spcPts val="3540"/>
              </a:lnSpc>
              <a:buAutoNum type="arabicPeriod" startAt="1"/>
            </a:pPr>
            <a:r>
              <a:rPr lang="en-US" sz="2528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Implementa estructuras de control y procedimientos en Visual Basic .NET para automatizar procesos de gestión de datos.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662511"/>
            <a:ext cx="8499438" cy="182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8"/>
              </a:lnSpc>
            </a:pPr>
            <a:r>
              <a:rPr lang="en-US" sz="5197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COMPETENCIA(S) QUE DESARROLLAREMOS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29186"/>
            <a:ext cx="10138335" cy="9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7799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Módulos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504754" y="-1375819"/>
            <a:ext cx="3263456" cy="3281354"/>
          </a:xfrm>
          <a:custGeom>
            <a:avLst/>
            <a:gdLst/>
            <a:ahLst/>
            <a:cxnLst/>
            <a:rect r="r" b="b" t="t" l="l"/>
            <a:pathLst>
              <a:path h="3281354" w="3263456">
                <a:moveTo>
                  <a:pt x="0" y="0"/>
                </a:moveTo>
                <a:lnTo>
                  <a:pt x="3263456" y="0"/>
                </a:lnTo>
                <a:lnTo>
                  <a:pt x="3263456" y="3281354"/>
                </a:lnTo>
                <a:lnTo>
                  <a:pt x="0" y="328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67068" y="2305964"/>
            <a:ext cx="7458112" cy="7337938"/>
            <a:chOff x="0" y="0"/>
            <a:chExt cx="3862070" cy="3799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63078" cy="3800773"/>
            </a:xfrm>
            <a:custGeom>
              <a:avLst/>
              <a:gdLst/>
              <a:ahLst/>
              <a:cxnLst/>
              <a:rect r="r" b="b" t="t" l="l"/>
              <a:pathLst>
                <a:path h="3800773" w="3863078">
                  <a:moveTo>
                    <a:pt x="3557270" y="3774440"/>
                  </a:moveTo>
                  <a:cubicBezTo>
                    <a:pt x="3352800" y="3845560"/>
                    <a:pt x="3124200" y="3769360"/>
                    <a:pt x="3011170" y="3585210"/>
                  </a:cubicBezTo>
                  <a:cubicBezTo>
                    <a:pt x="2966720" y="3514090"/>
                    <a:pt x="2942590" y="3431540"/>
                    <a:pt x="2941320" y="3347720"/>
                  </a:cubicBezTo>
                  <a:cubicBezTo>
                    <a:pt x="2938780" y="3050540"/>
                    <a:pt x="2705100" y="2844800"/>
                    <a:pt x="2406650" y="2832100"/>
                  </a:cubicBezTo>
                  <a:cubicBezTo>
                    <a:pt x="2152650" y="2829560"/>
                    <a:pt x="1949450" y="2621280"/>
                    <a:pt x="1951990" y="2367280"/>
                  </a:cubicBezTo>
                  <a:cubicBezTo>
                    <a:pt x="1954530" y="2113280"/>
                    <a:pt x="2162810" y="1910080"/>
                    <a:pt x="2416810" y="1912620"/>
                  </a:cubicBezTo>
                  <a:cubicBezTo>
                    <a:pt x="2668270" y="1908810"/>
                    <a:pt x="2875280" y="2108200"/>
                    <a:pt x="2880360" y="2359660"/>
                  </a:cubicBezTo>
                  <a:cubicBezTo>
                    <a:pt x="2885440" y="2576830"/>
                    <a:pt x="3007360" y="2740660"/>
                    <a:pt x="3204210" y="2834640"/>
                  </a:cubicBezTo>
                  <a:cubicBezTo>
                    <a:pt x="3271520" y="2863850"/>
                    <a:pt x="3342640" y="2880360"/>
                    <a:pt x="3416300" y="2882900"/>
                  </a:cubicBezTo>
                  <a:cubicBezTo>
                    <a:pt x="3639820" y="2896870"/>
                    <a:pt x="3821430" y="3053080"/>
                    <a:pt x="3856990" y="3272790"/>
                  </a:cubicBezTo>
                  <a:cubicBezTo>
                    <a:pt x="3892550" y="3487420"/>
                    <a:pt x="3769360" y="3696970"/>
                    <a:pt x="3564890" y="3771900"/>
                  </a:cubicBezTo>
                  <a:lnTo>
                    <a:pt x="3557270" y="3774440"/>
                  </a:lnTo>
                  <a:close/>
                  <a:moveTo>
                    <a:pt x="2424430" y="2932430"/>
                  </a:moveTo>
                  <a:lnTo>
                    <a:pt x="2366010" y="2932430"/>
                  </a:lnTo>
                  <a:cubicBezTo>
                    <a:pt x="2296160" y="2933700"/>
                    <a:pt x="2226310" y="2918460"/>
                    <a:pt x="2162810" y="2890520"/>
                  </a:cubicBezTo>
                  <a:cubicBezTo>
                    <a:pt x="1925320" y="2780030"/>
                    <a:pt x="1907540" y="2533650"/>
                    <a:pt x="1906270" y="2481580"/>
                  </a:cubicBezTo>
                  <a:lnTo>
                    <a:pt x="1906270" y="2471420"/>
                  </a:lnTo>
                  <a:cubicBezTo>
                    <a:pt x="1906270" y="2221230"/>
                    <a:pt x="1703070" y="2018030"/>
                    <a:pt x="1452880" y="2018030"/>
                  </a:cubicBezTo>
                  <a:lnTo>
                    <a:pt x="1436370" y="2018030"/>
                  </a:lnTo>
                  <a:cubicBezTo>
                    <a:pt x="1186180" y="2018030"/>
                    <a:pt x="984250" y="2219960"/>
                    <a:pt x="984250" y="2470150"/>
                  </a:cubicBezTo>
                  <a:cubicBezTo>
                    <a:pt x="984250" y="2470150"/>
                    <a:pt x="984250" y="2471420"/>
                    <a:pt x="984250" y="2471420"/>
                  </a:cubicBezTo>
                  <a:lnTo>
                    <a:pt x="984250" y="2481580"/>
                  </a:lnTo>
                  <a:cubicBezTo>
                    <a:pt x="982980" y="2533650"/>
                    <a:pt x="965200" y="2780030"/>
                    <a:pt x="727710" y="2890520"/>
                  </a:cubicBezTo>
                  <a:cubicBezTo>
                    <a:pt x="664210" y="2918460"/>
                    <a:pt x="594360" y="2933700"/>
                    <a:pt x="524510" y="2932430"/>
                  </a:cubicBezTo>
                  <a:lnTo>
                    <a:pt x="427990" y="2932430"/>
                  </a:lnTo>
                  <a:cubicBezTo>
                    <a:pt x="191770" y="2932430"/>
                    <a:pt x="0" y="3124200"/>
                    <a:pt x="0" y="3360420"/>
                  </a:cubicBezTo>
                  <a:cubicBezTo>
                    <a:pt x="0" y="3596640"/>
                    <a:pt x="191770" y="3788410"/>
                    <a:pt x="427990" y="3788410"/>
                  </a:cubicBezTo>
                  <a:lnTo>
                    <a:pt x="2424430" y="3788410"/>
                  </a:lnTo>
                  <a:cubicBezTo>
                    <a:pt x="2660650" y="3788410"/>
                    <a:pt x="2851150" y="3597910"/>
                    <a:pt x="2851150" y="3361690"/>
                  </a:cubicBezTo>
                  <a:cubicBezTo>
                    <a:pt x="2851150" y="3361690"/>
                    <a:pt x="2851150" y="3360420"/>
                    <a:pt x="2851150" y="3360420"/>
                  </a:cubicBezTo>
                  <a:cubicBezTo>
                    <a:pt x="2852420" y="3124200"/>
                    <a:pt x="2661920" y="2933700"/>
                    <a:pt x="2425700" y="2932430"/>
                  </a:cubicBezTo>
                  <a:cubicBezTo>
                    <a:pt x="2425700" y="2932430"/>
                    <a:pt x="2424430" y="2932430"/>
                    <a:pt x="2424430" y="2932430"/>
                  </a:cubicBezTo>
                  <a:close/>
                  <a:moveTo>
                    <a:pt x="1342390" y="909320"/>
                  </a:moveTo>
                  <a:cubicBezTo>
                    <a:pt x="1648460" y="909320"/>
                    <a:pt x="1863090" y="1031240"/>
                    <a:pt x="1871980" y="1337310"/>
                  </a:cubicBezTo>
                  <a:cubicBezTo>
                    <a:pt x="1875790" y="1597660"/>
                    <a:pt x="2089150" y="1805940"/>
                    <a:pt x="2349500" y="1802130"/>
                  </a:cubicBezTo>
                  <a:cubicBezTo>
                    <a:pt x="2609850" y="1798320"/>
                    <a:pt x="2818130" y="1584960"/>
                    <a:pt x="2814320" y="1324610"/>
                  </a:cubicBezTo>
                  <a:cubicBezTo>
                    <a:pt x="2813050" y="1200150"/>
                    <a:pt x="2762250" y="1082040"/>
                    <a:pt x="2673350" y="995680"/>
                  </a:cubicBezTo>
                  <a:cubicBezTo>
                    <a:pt x="2588260" y="911860"/>
                    <a:pt x="2475230" y="863600"/>
                    <a:pt x="2355850" y="862330"/>
                  </a:cubicBezTo>
                  <a:cubicBezTo>
                    <a:pt x="2051050" y="855980"/>
                    <a:pt x="1840230" y="774700"/>
                    <a:pt x="1831340" y="471170"/>
                  </a:cubicBezTo>
                  <a:cubicBezTo>
                    <a:pt x="1823720" y="205740"/>
                    <a:pt x="1800860" y="5080"/>
                    <a:pt x="1351280" y="5080"/>
                  </a:cubicBezTo>
                  <a:lnTo>
                    <a:pt x="511810" y="5080"/>
                  </a:lnTo>
                  <a:cubicBezTo>
                    <a:pt x="242570" y="5080"/>
                    <a:pt x="31750" y="212090"/>
                    <a:pt x="30480" y="474980"/>
                  </a:cubicBezTo>
                  <a:cubicBezTo>
                    <a:pt x="29210" y="737870"/>
                    <a:pt x="241300" y="908050"/>
                    <a:pt x="511810" y="909320"/>
                  </a:cubicBezTo>
                  <a:lnTo>
                    <a:pt x="1342390" y="909320"/>
                  </a:lnTo>
                  <a:close/>
                  <a:moveTo>
                    <a:pt x="1800860" y="1479550"/>
                  </a:moveTo>
                  <a:cubicBezTo>
                    <a:pt x="1799590" y="1333500"/>
                    <a:pt x="1734820" y="1196340"/>
                    <a:pt x="1623060" y="1102360"/>
                  </a:cubicBezTo>
                  <a:cubicBezTo>
                    <a:pt x="1546860" y="1038860"/>
                    <a:pt x="1450340" y="1004570"/>
                    <a:pt x="1351280" y="1005840"/>
                  </a:cubicBezTo>
                  <a:lnTo>
                    <a:pt x="397510" y="1005840"/>
                  </a:lnTo>
                  <a:cubicBezTo>
                    <a:pt x="195580" y="1004570"/>
                    <a:pt x="31750" y="1168400"/>
                    <a:pt x="30480" y="1370330"/>
                  </a:cubicBezTo>
                  <a:cubicBezTo>
                    <a:pt x="30480" y="1370330"/>
                    <a:pt x="30480" y="1371600"/>
                    <a:pt x="30480" y="1371600"/>
                  </a:cubicBezTo>
                  <a:lnTo>
                    <a:pt x="30480" y="2429510"/>
                  </a:lnTo>
                  <a:cubicBezTo>
                    <a:pt x="30480" y="2665730"/>
                    <a:pt x="220980" y="2856230"/>
                    <a:pt x="457200" y="2856230"/>
                  </a:cubicBezTo>
                  <a:cubicBezTo>
                    <a:pt x="457200" y="2856230"/>
                    <a:pt x="458470" y="2856230"/>
                    <a:pt x="458470" y="2856230"/>
                  </a:cubicBezTo>
                  <a:lnTo>
                    <a:pt x="478790" y="2856230"/>
                  </a:lnTo>
                  <a:cubicBezTo>
                    <a:pt x="703580" y="2856230"/>
                    <a:pt x="885190" y="2674620"/>
                    <a:pt x="886460" y="2449830"/>
                  </a:cubicBezTo>
                  <a:lnTo>
                    <a:pt x="886460" y="2409190"/>
                  </a:lnTo>
                  <a:cubicBezTo>
                    <a:pt x="885190" y="2339340"/>
                    <a:pt x="900430" y="2269490"/>
                    <a:pt x="928370" y="2205990"/>
                  </a:cubicBezTo>
                  <a:cubicBezTo>
                    <a:pt x="1038860" y="1968500"/>
                    <a:pt x="1285240" y="1950720"/>
                    <a:pt x="1337310" y="1949450"/>
                  </a:cubicBezTo>
                  <a:lnTo>
                    <a:pt x="1347470" y="1949450"/>
                  </a:lnTo>
                  <a:cubicBezTo>
                    <a:pt x="1597660" y="1949450"/>
                    <a:pt x="1800860" y="1746250"/>
                    <a:pt x="1800860" y="1496060"/>
                  </a:cubicBezTo>
                  <a:lnTo>
                    <a:pt x="1800860" y="1479550"/>
                  </a:lnTo>
                  <a:close/>
                  <a:moveTo>
                    <a:pt x="3489960" y="0"/>
                  </a:moveTo>
                  <a:lnTo>
                    <a:pt x="2282190" y="0"/>
                  </a:lnTo>
                  <a:cubicBezTo>
                    <a:pt x="2076450" y="0"/>
                    <a:pt x="1910080" y="166370"/>
                    <a:pt x="1910080" y="372110"/>
                  </a:cubicBezTo>
                  <a:lnTo>
                    <a:pt x="1910080" y="387350"/>
                  </a:lnTo>
                  <a:cubicBezTo>
                    <a:pt x="1910080" y="604520"/>
                    <a:pt x="2085340" y="779780"/>
                    <a:pt x="2302510" y="779780"/>
                  </a:cubicBezTo>
                  <a:lnTo>
                    <a:pt x="2362200" y="779780"/>
                  </a:lnTo>
                  <a:cubicBezTo>
                    <a:pt x="2428240" y="779780"/>
                    <a:pt x="2545080" y="791210"/>
                    <a:pt x="2606040" y="819150"/>
                  </a:cubicBezTo>
                  <a:cubicBezTo>
                    <a:pt x="2848610" y="928370"/>
                    <a:pt x="2940050" y="1144270"/>
                    <a:pt x="2943860" y="1308100"/>
                  </a:cubicBezTo>
                  <a:lnTo>
                    <a:pt x="2943860" y="2310130"/>
                  </a:lnTo>
                  <a:cubicBezTo>
                    <a:pt x="2943860" y="2561590"/>
                    <a:pt x="3148330" y="2766060"/>
                    <a:pt x="3399790" y="2766060"/>
                  </a:cubicBezTo>
                  <a:cubicBezTo>
                    <a:pt x="3651250" y="2766060"/>
                    <a:pt x="3855720" y="2561590"/>
                    <a:pt x="3856990" y="2310130"/>
                  </a:cubicBezTo>
                  <a:lnTo>
                    <a:pt x="3856990" y="365760"/>
                  </a:lnTo>
                  <a:cubicBezTo>
                    <a:pt x="3856990" y="163830"/>
                    <a:pt x="3693160" y="0"/>
                    <a:pt x="3491230" y="0"/>
                  </a:cubicBezTo>
                  <a:cubicBezTo>
                    <a:pt x="3491230" y="0"/>
                    <a:pt x="3489960" y="0"/>
                    <a:pt x="348996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778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549774"/>
            <a:ext cx="8471453" cy="424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1"/>
              </a:lnSpc>
            </a:pPr>
            <a:r>
              <a:rPr lang="en-US" sz="24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Un módulo es una unidad de código que agrupa procedimientos (Sub), funciones (Function), variables y constantes que pueden ser usados en todo el proyecto sin necesidad de crear una instancia. </a:t>
            </a:r>
          </a:p>
          <a:p>
            <a:pPr algn="just">
              <a:lnSpc>
                <a:spcPts val="3361"/>
              </a:lnSpc>
            </a:pPr>
          </a:p>
          <a:p>
            <a:pPr algn="just">
              <a:lnSpc>
                <a:spcPts val="3361"/>
              </a:lnSpc>
            </a:pPr>
            <a:r>
              <a:rPr lang="en-US" sz="24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Los miembros de un módulo son accesibles de forma directa y se utilizan para organizar mejor el código y hacerlo reutilizable.</a:t>
            </a:r>
          </a:p>
          <a:p>
            <a:pPr algn="just">
              <a:lnSpc>
                <a:spcPts val="336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61255" y="7249272"/>
            <a:ext cx="4002204" cy="4200031"/>
          </a:xfrm>
          <a:custGeom>
            <a:avLst/>
            <a:gdLst/>
            <a:ahLst/>
            <a:cxnLst/>
            <a:rect r="r" b="b" t="t" l="l"/>
            <a:pathLst>
              <a:path h="4200031" w="4002204">
                <a:moveTo>
                  <a:pt x="0" y="0"/>
                </a:moveTo>
                <a:lnTo>
                  <a:pt x="4002204" y="0"/>
                </a:lnTo>
                <a:lnTo>
                  <a:pt x="4002204" y="4200032"/>
                </a:lnTo>
                <a:lnTo>
                  <a:pt x="0" y="4200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26745" y="1238250"/>
            <a:ext cx="11634511" cy="9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7799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Creación de Módulo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451978" y="2548844"/>
            <a:ext cx="7384045" cy="7444405"/>
          </a:xfrm>
          <a:custGeom>
            <a:avLst/>
            <a:gdLst/>
            <a:ahLst/>
            <a:cxnLst/>
            <a:rect r="r" b="b" t="t" l="l"/>
            <a:pathLst>
              <a:path h="7444405" w="7384045">
                <a:moveTo>
                  <a:pt x="0" y="0"/>
                </a:moveTo>
                <a:lnTo>
                  <a:pt x="7384044" y="0"/>
                </a:lnTo>
                <a:lnTo>
                  <a:pt x="7384044" y="7444404"/>
                </a:lnTo>
                <a:lnTo>
                  <a:pt x="0" y="7444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61255" y="7249272"/>
            <a:ext cx="4002204" cy="4200031"/>
          </a:xfrm>
          <a:custGeom>
            <a:avLst/>
            <a:gdLst/>
            <a:ahLst/>
            <a:cxnLst/>
            <a:rect r="r" b="b" t="t" l="l"/>
            <a:pathLst>
              <a:path h="4200031" w="4002204">
                <a:moveTo>
                  <a:pt x="0" y="0"/>
                </a:moveTo>
                <a:lnTo>
                  <a:pt x="4002204" y="0"/>
                </a:lnTo>
                <a:lnTo>
                  <a:pt x="4002204" y="4200032"/>
                </a:lnTo>
                <a:lnTo>
                  <a:pt x="0" y="4200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26745" y="1238250"/>
            <a:ext cx="11634511" cy="9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7799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Ejemplo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85287" y="3235268"/>
            <a:ext cx="15717426" cy="3816465"/>
          </a:xfrm>
          <a:custGeom>
            <a:avLst/>
            <a:gdLst/>
            <a:ahLst/>
            <a:cxnLst/>
            <a:rect r="r" b="b" t="t" l="l"/>
            <a:pathLst>
              <a:path h="3816465" w="15717426">
                <a:moveTo>
                  <a:pt x="0" y="0"/>
                </a:moveTo>
                <a:lnTo>
                  <a:pt x="15717426" y="0"/>
                </a:lnTo>
                <a:lnTo>
                  <a:pt x="15717426" y="3816464"/>
                </a:lnTo>
                <a:lnTo>
                  <a:pt x="0" y="3816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4832" y="1523585"/>
            <a:ext cx="10138335" cy="9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7799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Procedimientos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504754" y="-1375819"/>
            <a:ext cx="3263456" cy="3281354"/>
          </a:xfrm>
          <a:custGeom>
            <a:avLst/>
            <a:gdLst/>
            <a:ahLst/>
            <a:cxnLst/>
            <a:rect r="r" b="b" t="t" l="l"/>
            <a:pathLst>
              <a:path h="3281354" w="3263456">
                <a:moveTo>
                  <a:pt x="0" y="0"/>
                </a:moveTo>
                <a:lnTo>
                  <a:pt x="3263456" y="0"/>
                </a:lnTo>
                <a:lnTo>
                  <a:pt x="3263456" y="3281354"/>
                </a:lnTo>
                <a:lnTo>
                  <a:pt x="0" y="328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87205" y="3442494"/>
            <a:ext cx="14513590" cy="3249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06"/>
              </a:lnSpc>
              <a:spcBef>
                <a:spcPct val="0"/>
              </a:spcBef>
            </a:pPr>
            <a:r>
              <a:rPr lang="en-US" sz="3098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Un procedimiento agrupa un conjunto de instrucciones para ejecutar una tarea específica, sin devolver un valor.</a:t>
            </a:r>
          </a:p>
          <a:p>
            <a:pPr algn="just">
              <a:lnSpc>
                <a:spcPts val="5206"/>
              </a:lnSpc>
              <a:spcBef>
                <a:spcPct val="0"/>
              </a:spcBef>
            </a:pPr>
          </a:p>
          <a:p>
            <a:pPr algn="just">
              <a:lnSpc>
                <a:spcPts val="5206"/>
              </a:lnSpc>
              <a:spcBef>
                <a:spcPct val="0"/>
              </a:spcBef>
            </a:pPr>
            <a:r>
              <a:rPr lang="en-US" sz="3098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Se utiliza para organizar el código y evitar repeticiones</a:t>
            </a:r>
          </a:p>
          <a:p>
            <a:pPr algn="just">
              <a:lnSpc>
                <a:spcPts val="5206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213168" y="6464207"/>
            <a:ext cx="4750292" cy="4985097"/>
          </a:xfrm>
          <a:custGeom>
            <a:avLst/>
            <a:gdLst/>
            <a:ahLst/>
            <a:cxnLst/>
            <a:rect r="r" b="b" t="t" l="l"/>
            <a:pathLst>
              <a:path h="4985097" w="4750292">
                <a:moveTo>
                  <a:pt x="0" y="0"/>
                </a:moveTo>
                <a:lnTo>
                  <a:pt x="4750291" y="0"/>
                </a:lnTo>
                <a:lnTo>
                  <a:pt x="4750291" y="4985097"/>
                </a:lnTo>
                <a:lnTo>
                  <a:pt x="0" y="498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61255" y="7249272"/>
            <a:ext cx="4002204" cy="4200031"/>
          </a:xfrm>
          <a:custGeom>
            <a:avLst/>
            <a:gdLst/>
            <a:ahLst/>
            <a:cxnLst/>
            <a:rect r="r" b="b" t="t" l="l"/>
            <a:pathLst>
              <a:path h="4200031" w="4002204">
                <a:moveTo>
                  <a:pt x="0" y="0"/>
                </a:moveTo>
                <a:lnTo>
                  <a:pt x="4002204" y="0"/>
                </a:lnTo>
                <a:lnTo>
                  <a:pt x="4002204" y="4200032"/>
                </a:lnTo>
                <a:lnTo>
                  <a:pt x="0" y="4200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26745" y="1238250"/>
            <a:ext cx="11634511" cy="9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7799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Ejemplo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72467" y="2651988"/>
            <a:ext cx="9743065" cy="6348569"/>
          </a:xfrm>
          <a:custGeom>
            <a:avLst/>
            <a:gdLst/>
            <a:ahLst/>
            <a:cxnLst/>
            <a:rect r="r" b="b" t="t" l="l"/>
            <a:pathLst>
              <a:path h="6348569" w="9743065">
                <a:moveTo>
                  <a:pt x="0" y="0"/>
                </a:moveTo>
                <a:lnTo>
                  <a:pt x="9743066" y="0"/>
                </a:lnTo>
                <a:lnTo>
                  <a:pt x="9743066" y="6348569"/>
                </a:lnTo>
                <a:lnTo>
                  <a:pt x="0" y="634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65273" y="908003"/>
            <a:ext cx="5976342" cy="154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4"/>
              </a:lnSpc>
              <a:spcBef>
                <a:spcPct val="0"/>
              </a:spcBef>
            </a:pPr>
            <a:r>
              <a:rPr lang="en-US" b="true" sz="7800">
                <a:solidFill>
                  <a:srgbClr val="00000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Funciones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04902" y="2785269"/>
            <a:ext cx="14478196" cy="4564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06"/>
              </a:lnSpc>
              <a:spcBef>
                <a:spcPct val="0"/>
              </a:spcBef>
            </a:pPr>
            <a:r>
              <a:rPr lang="en-US" sz="3098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Una Function es un procedimiento que ejecuta una serie de instrucciones y devuelve un valor al finalizar. </a:t>
            </a:r>
          </a:p>
          <a:p>
            <a:pPr algn="just">
              <a:lnSpc>
                <a:spcPts val="5206"/>
              </a:lnSpc>
              <a:spcBef>
                <a:spcPct val="0"/>
              </a:spcBef>
            </a:pPr>
          </a:p>
          <a:p>
            <a:pPr algn="just">
              <a:lnSpc>
                <a:spcPts val="5206"/>
              </a:lnSpc>
              <a:spcBef>
                <a:spcPct val="0"/>
              </a:spcBef>
            </a:pPr>
            <a:r>
              <a:rPr lang="en-US" sz="3098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Se utiliza cuando necesitas obtener un resultado o calcular algo que puede ser reutilizado en distintas partes del programa.</a:t>
            </a:r>
          </a:p>
          <a:p>
            <a:pPr algn="just">
              <a:lnSpc>
                <a:spcPts val="5206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891030" y="-2319425"/>
            <a:ext cx="4736541" cy="4771241"/>
          </a:xfrm>
          <a:custGeom>
            <a:avLst/>
            <a:gdLst/>
            <a:ahLst/>
            <a:cxnLst/>
            <a:rect r="r" b="b" t="t" l="l"/>
            <a:pathLst>
              <a:path h="4771241" w="4736541">
                <a:moveTo>
                  <a:pt x="0" y="0"/>
                </a:moveTo>
                <a:lnTo>
                  <a:pt x="4736540" y="0"/>
                </a:lnTo>
                <a:lnTo>
                  <a:pt x="4736540" y="4771240"/>
                </a:lnTo>
                <a:lnTo>
                  <a:pt x="0" y="4771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64967" y="7518881"/>
            <a:ext cx="4339738" cy="4371531"/>
          </a:xfrm>
          <a:custGeom>
            <a:avLst/>
            <a:gdLst/>
            <a:ahLst/>
            <a:cxnLst/>
            <a:rect r="r" b="b" t="t" l="l"/>
            <a:pathLst>
              <a:path h="4371531" w="4339738">
                <a:moveTo>
                  <a:pt x="0" y="0"/>
                </a:moveTo>
                <a:lnTo>
                  <a:pt x="4339738" y="0"/>
                </a:lnTo>
                <a:lnTo>
                  <a:pt x="4339738" y="4371532"/>
                </a:lnTo>
                <a:lnTo>
                  <a:pt x="0" y="4371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886" y="3027817"/>
            <a:ext cx="12625502" cy="783441"/>
          </a:xfrm>
          <a:custGeom>
            <a:avLst/>
            <a:gdLst/>
            <a:ahLst/>
            <a:cxnLst/>
            <a:rect r="r" b="b" t="t" l="l"/>
            <a:pathLst>
              <a:path h="783441" w="12625502">
                <a:moveTo>
                  <a:pt x="0" y="0"/>
                </a:moveTo>
                <a:lnTo>
                  <a:pt x="12625502" y="0"/>
                </a:lnTo>
                <a:lnTo>
                  <a:pt x="12625502" y="783440"/>
                </a:lnTo>
                <a:lnTo>
                  <a:pt x="0" y="783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3258" y="454924"/>
            <a:ext cx="9077130" cy="154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4"/>
              </a:lnSpc>
              <a:spcBef>
                <a:spcPct val="0"/>
              </a:spcBef>
            </a:pPr>
            <a:r>
              <a:rPr lang="en-US" b="true" sz="7800">
                <a:solidFill>
                  <a:srgbClr val="00000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Ejemplo 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604402" y="2567070"/>
            <a:ext cx="13079197" cy="7193558"/>
          </a:xfrm>
          <a:custGeom>
            <a:avLst/>
            <a:gdLst/>
            <a:ahLst/>
            <a:cxnLst/>
            <a:rect r="r" b="b" t="t" l="l"/>
            <a:pathLst>
              <a:path h="7193558" w="13079197">
                <a:moveTo>
                  <a:pt x="0" y="0"/>
                </a:moveTo>
                <a:lnTo>
                  <a:pt x="13079196" y="0"/>
                </a:lnTo>
                <a:lnTo>
                  <a:pt x="13079196" y="7193558"/>
                </a:lnTo>
                <a:lnTo>
                  <a:pt x="0" y="7193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04754" y="-1375819"/>
            <a:ext cx="3263456" cy="3281354"/>
          </a:xfrm>
          <a:custGeom>
            <a:avLst/>
            <a:gdLst/>
            <a:ahLst/>
            <a:cxnLst/>
            <a:rect r="r" b="b" t="t" l="l"/>
            <a:pathLst>
              <a:path h="3281354" w="3263456">
                <a:moveTo>
                  <a:pt x="0" y="0"/>
                </a:moveTo>
                <a:lnTo>
                  <a:pt x="3263456" y="0"/>
                </a:lnTo>
                <a:lnTo>
                  <a:pt x="3263456" y="3281354"/>
                </a:lnTo>
                <a:lnTo>
                  <a:pt x="0" y="32813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74901" y="486177"/>
            <a:ext cx="6938197" cy="154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4"/>
              </a:lnSpc>
              <a:spcBef>
                <a:spcPct val="0"/>
              </a:spcBef>
            </a:pPr>
            <a:r>
              <a:rPr lang="en-US" b="true" sz="7800">
                <a:solidFill>
                  <a:srgbClr val="00000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Formularios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83375" y="2362010"/>
            <a:ext cx="14721249" cy="653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07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Un formulario es una ventana gráfica que actúa como interfaz de usuario en una aplicación de escritorio. </a:t>
            </a:r>
          </a:p>
          <a:p>
            <a:pPr algn="just">
              <a:lnSpc>
                <a:spcPts val="5207"/>
              </a:lnSpc>
              <a:spcBef>
                <a:spcPct val="0"/>
              </a:spcBef>
            </a:pPr>
          </a:p>
          <a:p>
            <a:pPr algn="just">
              <a:lnSpc>
                <a:spcPts val="5207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En Visual Basic .NET, los formularios permiten interactuar con el usuario mediante controles como: </a:t>
            </a:r>
          </a:p>
          <a:p>
            <a:pPr algn="just">
              <a:lnSpc>
                <a:spcPts val="5207"/>
              </a:lnSpc>
              <a:spcBef>
                <a:spcPct val="0"/>
              </a:spcBef>
            </a:pPr>
          </a:p>
          <a:p>
            <a:pPr algn="just" marL="669289" indent="-334645" lvl="1">
              <a:lnSpc>
                <a:spcPts val="5207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botones</a:t>
            </a:r>
          </a:p>
          <a:p>
            <a:pPr algn="just" marL="669289" indent="-334645" lvl="1">
              <a:lnSpc>
                <a:spcPts val="5207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cajas de texto</a:t>
            </a:r>
          </a:p>
          <a:p>
            <a:pPr algn="just" marL="669289" indent="-334645" lvl="1">
              <a:lnSpc>
                <a:spcPts val="5207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etiquetas</a:t>
            </a:r>
          </a:p>
          <a:p>
            <a:pPr algn="just" marL="669289" indent="-334645" lvl="1">
              <a:lnSpc>
                <a:spcPts val="5207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listas desplegables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504754" y="-1375819"/>
            <a:ext cx="3263456" cy="3281354"/>
          </a:xfrm>
          <a:custGeom>
            <a:avLst/>
            <a:gdLst/>
            <a:ahLst/>
            <a:cxnLst/>
            <a:rect r="r" b="b" t="t" l="l"/>
            <a:pathLst>
              <a:path h="3281354" w="3263456">
                <a:moveTo>
                  <a:pt x="0" y="0"/>
                </a:moveTo>
                <a:lnTo>
                  <a:pt x="3263456" y="0"/>
                </a:lnTo>
                <a:lnTo>
                  <a:pt x="3263456" y="3281354"/>
                </a:lnTo>
                <a:lnTo>
                  <a:pt x="0" y="328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14018" y="8028878"/>
            <a:ext cx="3263456" cy="3281354"/>
          </a:xfrm>
          <a:custGeom>
            <a:avLst/>
            <a:gdLst/>
            <a:ahLst/>
            <a:cxnLst/>
            <a:rect r="r" b="b" t="t" l="l"/>
            <a:pathLst>
              <a:path h="3281354" w="3263456">
                <a:moveTo>
                  <a:pt x="0" y="0"/>
                </a:moveTo>
                <a:lnTo>
                  <a:pt x="3263456" y="0"/>
                </a:lnTo>
                <a:lnTo>
                  <a:pt x="3263456" y="3281354"/>
                </a:lnTo>
                <a:lnTo>
                  <a:pt x="0" y="328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886" y="3027817"/>
            <a:ext cx="12625502" cy="783441"/>
          </a:xfrm>
          <a:custGeom>
            <a:avLst/>
            <a:gdLst/>
            <a:ahLst/>
            <a:cxnLst/>
            <a:rect r="r" b="b" t="t" l="l"/>
            <a:pathLst>
              <a:path h="783441" w="12625502">
                <a:moveTo>
                  <a:pt x="0" y="0"/>
                </a:moveTo>
                <a:lnTo>
                  <a:pt x="12625502" y="0"/>
                </a:lnTo>
                <a:lnTo>
                  <a:pt x="12625502" y="783440"/>
                </a:lnTo>
                <a:lnTo>
                  <a:pt x="0" y="783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64494" y="0"/>
            <a:ext cx="10723506" cy="10287000"/>
          </a:xfrm>
          <a:custGeom>
            <a:avLst/>
            <a:gdLst/>
            <a:ahLst/>
            <a:cxnLst/>
            <a:rect r="r" b="b" t="t" l="l"/>
            <a:pathLst>
              <a:path h="10287000" w="10723506">
                <a:moveTo>
                  <a:pt x="0" y="0"/>
                </a:moveTo>
                <a:lnTo>
                  <a:pt x="10723506" y="0"/>
                </a:lnTo>
                <a:lnTo>
                  <a:pt x="107235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460528" y="3748278"/>
            <a:ext cx="8863877" cy="250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47"/>
              </a:lnSpc>
              <a:spcBef>
                <a:spcPct val="0"/>
              </a:spcBef>
            </a:pPr>
            <a:r>
              <a:rPr lang="en-US" b="true" sz="6099">
                <a:solidFill>
                  <a:srgbClr val="00000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Creación de </a:t>
            </a:r>
            <a:r>
              <a:rPr lang="en-US" b="true" sz="6099">
                <a:solidFill>
                  <a:srgbClr val="00000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f</a:t>
            </a:r>
            <a:r>
              <a:rPr lang="en-US" b="true" sz="6099">
                <a:solidFill>
                  <a:srgbClr val="00000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ormulario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460528" y="-1391290"/>
            <a:ext cx="4002204" cy="4200031"/>
          </a:xfrm>
          <a:custGeom>
            <a:avLst/>
            <a:gdLst/>
            <a:ahLst/>
            <a:cxnLst/>
            <a:rect r="r" b="b" t="t" l="l"/>
            <a:pathLst>
              <a:path h="4200031" w="4002204">
                <a:moveTo>
                  <a:pt x="0" y="0"/>
                </a:moveTo>
                <a:lnTo>
                  <a:pt x="4002204" y="0"/>
                </a:lnTo>
                <a:lnTo>
                  <a:pt x="4002204" y="4200032"/>
                </a:lnTo>
                <a:lnTo>
                  <a:pt x="0" y="42000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886" y="3027817"/>
            <a:ext cx="12625502" cy="783441"/>
          </a:xfrm>
          <a:custGeom>
            <a:avLst/>
            <a:gdLst/>
            <a:ahLst/>
            <a:cxnLst/>
            <a:rect r="r" b="b" t="t" l="l"/>
            <a:pathLst>
              <a:path h="783441" w="12625502">
                <a:moveTo>
                  <a:pt x="0" y="0"/>
                </a:moveTo>
                <a:lnTo>
                  <a:pt x="12625502" y="0"/>
                </a:lnTo>
                <a:lnTo>
                  <a:pt x="12625502" y="783440"/>
                </a:lnTo>
                <a:lnTo>
                  <a:pt x="0" y="783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43700" y="0"/>
            <a:ext cx="11544300" cy="10287000"/>
          </a:xfrm>
          <a:custGeom>
            <a:avLst/>
            <a:gdLst/>
            <a:ahLst/>
            <a:cxnLst/>
            <a:rect r="r" b="b" t="t" l="l"/>
            <a:pathLst>
              <a:path h="10287000" w="11544300">
                <a:moveTo>
                  <a:pt x="0" y="0"/>
                </a:moveTo>
                <a:lnTo>
                  <a:pt x="11544300" y="0"/>
                </a:lnTo>
                <a:lnTo>
                  <a:pt x="115443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74886" y="4190619"/>
            <a:ext cx="4660787" cy="154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4"/>
              </a:lnSpc>
              <a:spcBef>
                <a:spcPct val="0"/>
              </a:spcBef>
            </a:pPr>
            <a:r>
              <a:rPr lang="en-US" b="true" sz="7800">
                <a:solidFill>
                  <a:srgbClr val="00000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Ejemplo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886" y="3027817"/>
            <a:ext cx="12625502" cy="783441"/>
          </a:xfrm>
          <a:custGeom>
            <a:avLst/>
            <a:gdLst/>
            <a:ahLst/>
            <a:cxnLst/>
            <a:rect r="r" b="b" t="t" l="l"/>
            <a:pathLst>
              <a:path h="783441" w="12625502">
                <a:moveTo>
                  <a:pt x="0" y="0"/>
                </a:moveTo>
                <a:lnTo>
                  <a:pt x="12625502" y="0"/>
                </a:lnTo>
                <a:lnTo>
                  <a:pt x="12625502" y="783440"/>
                </a:lnTo>
                <a:lnTo>
                  <a:pt x="0" y="783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41174" y="3228030"/>
            <a:ext cx="7446826" cy="7058970"/>
          </a:xfrm>
          <a:custGeom>
            <a:avLst/>
            <a:gdLst/>
            <a:ahLst/>
            <a:cxnLst/>
            <a:rect r="r" b="b" t="t" l="l"/>
            <a:pathLst>
              <a:path h="7058970" w="7446826">
                <a:moveTo>
                  <a:pt x="0" y="0"/>
                </a:moveTo>
                <a:lnTo>
                  <a:pt x="7446826" y="0"/>
                </a:lnTo>
                <a:lnTo>
                  <a:pt x="7446826" y="7058970"/>
                </a:lnTo>
                <a:lnTo>
                  <a:pt x="0" y="7058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73854" y="3057587"/>
            <a:ext cx="5422617" cy="154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4"/>
              </a:lnSpc>
              <a:spcBef>
                <a:spcPct val="0"/>
              </a:spcBef>
            </a:pPr>
            <a:r>
              <a:rPr lang="en-US" b="true" sz="7800">
                <a:solidFill>
                  <a:srgbClr val="00000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Resumen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90064" y="4924425"/>
            <a:ext cx="8590195" cy="2853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90699" indent="-495350" lvl="1">
              <a:lnSpc>
                <a:spcPts val="7709"/>
              </a:lnSpc>
              <a:buFont typeface="Arial"/>
              <a:buChar char="•"/>
            </a:pPr>
            <a:r>
              <a:rPr lang="en-US" sz="4588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Creacion de Módulo</a:t>
            </a:r>
          </a:p>
          <a:p>
            <a:pPr algn="just" marL="990699" indent="-495350" lvl="1">
              <a:lnSpc>
                <a:spcPts val="7709"/>
              </a:lnSpc>
              <a:buFont typeface="Arial"/>
              <a:buChar char="•"/>
            </a:pPr>
            <a:r>
              <a:rPr lang="en-US" sz="4588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Definición de Método</a:t>
            </a:r>
          </a:p>
          <a:p>
            <a:pPr algn="just" marL="990699" indent="-495350" lvl="1">
              <a:lnSpc>
                <a:spcPts val="7709"/>
              </a:lnSpc>
              <a:buFont typeface="Arial"/>
              <a:buChar char="•"/>
            </a:pPr>
            <a:r>
              <a:rPr lang="en-US" sz="4588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Definición de Función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626216" y="-1172215"/>
            <a:ext cx="4002204" cy="4200031"/>
          </a:xfrm>
          <a:custGeom>
            <a:avLst/>
            <a:gdLst/>
            <a:ahLst/>
            <a:cxnLst/>
            <a:rect r="r" b="b" t="t" l="l"/>
            <a:pathLst>
              <a:path h="4200031" w="4002204">
                <a:moveTo>
                  <a:pt x="0" y="0"/>
                </a:moveTo>
                <a:lnTo>
                  <a:pt x="4002204" y="0"/>
                </a:lnTo>
                <a:lnTo>
                  <a:pt x="4002204" y="4200032"/>
                </a:lnTo>
                <a:lnTo>
                  <a:pt x="0" y="42000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07390" y="1000125"/>
            <a:ext cx="13503297" cy="1061999"/>
          </a:xfrm>
          <a:custGeom>
            <a:avLst/>
            <a:gdLst/>
            <a:ahLst/>
            <a:cxnLst/>
            <a:rect r="r" b="b" t="t" l="l"/>
            <a:pathLst>
              <a:path h="1061999" w="13503297">
                <a:moveTo>
                  <a:pt x="0" y="0"/>
                </a:moveTo>
                <a:lnTo>
                  <a:pt x="13503297" y="0"/>
                </a:lnTo>
                <a:lnTo>
                  <a:pt x="13503297" y="1061999"/>
                </a:lnTo>
                <a:lnTo>
                  <a:pt x="0" y="10619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51710" y="1688817"/>
            <a:ext cx="4517954" cy="8598183"/>
          </a:xfrm>
          <a:custGeom>
            <a:avLst/>
            <a:gdLst/>
            <a:ahLst/>
            <a:cxnLst/>
            <a:rect r="r" b="b" t="t" l="l"/>
            <a:pathLst>
              <a:path h="8598183" w="4517954">
                <a:moveTo>
                  <a:pt x="0" y="0"/>
                </a:moveTo>
                <a:lnTo>
                  <a:pt x="4517954" y="0"/>
                </a:lnTo>
                <a:lnTo>
                  <a:pt x="4517954" y="8598183"/>
                </a:lnTo>
                <a:lnTo>
                  <a:pt x="0" y="85981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53060" y="2691175"/>
            <a:ext cx="7211956" cy="58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b="true" sz="6900">
                <a:solidFill>
                  <a:srgbClr val="131416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VALOR: Orden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94485" y="3925325"/>
            <a:ext cx="9929106" cy="268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7"/>
              </a:lnSpc>
              <a:spcBef>
                <a:spcPct val="0"/>
              </a:spcBef>
            </a:pPr>
            <a:r>
              <a:rPr lang="en-US" sz="5098">
                <a:solidFill>
                  <a:srgbClr val="131416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El orden en el proyecto es el primer paso hacia un buen resultado.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504754" y="-1375819"/>
            <a:ext cx="3263456" cy="3281354"/>
          </a:xfrm>
          <a:custGeom>
            <a:avLst/>
            <a:gdLst/>
            <a:ahLst/>
            <a:cxnLst/>
            <a:rect r="r" b="b" t="t" l="l"/>
            <a:pathLst>
              <a:path h="3281354" w="3263456">
                <a:moveTo>
                  <a:pt x="0" y="0"/>
                </a:moveTo>
                <a:lnTo>
                  <a:pt x="3263456" y="0"/>
                </a:lnTo>
                <a:lnTo>
                  <a:pt x="3263456" y="3281354"/>
                </a:lnTo>
                <a:lnTo>
                  <a:pt x="0" y="3281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48440" y="4077814"/>
            <a:ext cx="13991101" cy="938698"/>
          </a:xfrm>
          <a:custGeom>
            <a:avLst/>
            <a:gdLst/>
            <a:ahLst/>
            <a:cxnLst/>
            <a:rect r="r" b="b" t="t" l="l"/>
            <a:pathLst>
              <a:path h="938698" w="13991101">
                <a:moveTo>
                  <a:pt x="0" y="0"/>
                </a:moveTo>
                <a:lnTo>
                  <a:pt x="13991101" y="0"/>
                </a:lnTo>
                <a:lnTo>
                  <a:pt x="13991101" y="938699"/>
                </a:lnTo>
                <a:lnTo>
                  <a:pt x="0" y="938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"/>
            <a:ext cx="4695577" cy="6434680"/>
          </a:xfrm>
          <a:custGeom>
            <a:avLst/>
            <a:gdLst/>
            <a:ahLst/>
            <a:cxnLst/>
            <a:rect r="r" b="b" t="t" l="l"/>
            <a:pathLst>
              <a:path h="6434680" w="4695577">
                <a:moveTo>
                  <a:pt x="0" y="0"/>
                </a:moveTo>
                <a:lnTo>
                  <a:pt x="4695577" y="0"/>
                </a:lnTo>
                <a:lnTo>
                  <a:pt x="4695577" y="6434681"/>
                </a:lnTo>
                <a:lnTo>
                  <a:pt x="0" y="6434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22330" y="2057400"/>
            <a:ext cx="11665670" cy="8229600"/>
          </a:xfrm>
          <a:custGeom>
            <a:avLst/>
            <a:gdLst/>
            <a:ahLst/>
            <a:cxnLst/>
            <a:rect r="r" b="b" t="t" l="l"/>
            <a:pathLst>
              <a:path h="8229600" w="11665670">
                <a:moveTo>
                  <a:pt x="0" y="0"/>
                </a:moveTo>
                <a:lnTo>
                  <a:pt x="11665670" y="0"/>
                </a:lnTo>
                <a:lnTo>
                  <a:pt x="116656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172082"/>
            <a:ext cx="7778183" cy="104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7"/>
              </a:lnSpc>
            </a:pPr>
            <a:r>
              <a:rPr lang="en-US" b="true" sz="6098">
                <a:solidFill>
                  <a:srgbClr val="131416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Ejemplo práctico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504754" y="-1375819"/>
            <a:ext cx="3263456" cy="3281354"/>
          </a:xfrm>
          <a:custGeom>
            <a:avLst/>
            <a:gdLst/>
            <a:ahLst/>
            <a:cxnLst/>
            <a:rect r="r" b="b" t="t" l="l"/>
            <a:pathLst>
              <a:path h="3281354" w="3263456">
                <a:moveTo>
                  <a:pt x="0" y="0"/>
                </a:moveTo>
                <a:lnTo>
                  <a:pt x="3263456" y="0"/>
                </a:lnTo>
                <a:lnTo>
                  <a:pt x="3263456" y="3281354"/>
                </a:lnTo>
                <a:lnTo>
                  <a:pt x="0" y="32813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6266538" cy="5143510"/>
          </a:xfrm>
          <a:custGeom>
            <a:avLst/>
            <a:gdLst/>
            <a:ahLst/>
            <a:cxnLst/>
            <a:rect r="r" b="b" t="t" l="l"/>
            <a:pathLst>
              <a:path h="5143510" w="16266538">
                <a:moveTo>
                  <a:pt x="0" y="0"/>
                </a:moveTo>
                <a:lnTo>
                  <a:pt x="16266538" y="0"/>
                </a:lnTo>
                <a:lnTo>
                  <a:pt x="16266538" y="5143509"/>
                </a:lnTo>
                <a:lnTo>
                  <a:pt x="0" y="514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99048" y="5143500"/>
            <a:ext cx="6089904" cy="8229600"/>
          </a:xfrm>
          <a:custGeom>
            <a:avLst/>
            <a:gdLst/>
            <a:ahLst/>
            <a:cxnLst/>
            <a:rect r="r" b="b" t="t" l="l"/>
            <a:pathLst>
              <a:path h="8229600" w="6089904">
                <a:moveTo>
                  <a:pt x="0" y="0"/>
                </a:moveTo>
                <a:lnTo>
                  <a:pt x="6089904" y="0"/>
                </a:lnTo>
                <a:lnTo>
                  <a:pt x="608990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9883" y="2355852"/>
            <a:ext cx="15328234" cy="271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</a:pPr>
            <a:r>
              <a:rPr lang="en-US" b="true" sz="7800">
                <a:solidFill>
                  <a:srgbClr val="131416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Practiquemos lo aprendido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504754" y="-1375819"/>
            <a:ext cx="3263456" cy="3281354"/>
          </a:xfrm>
          <a:custGeom>
            <a:avLst/>
            <a:gdLst/>
            <a:ahLst/>
            <a:cxnLst/>
            <a:rect r="r" b="b" t="t" l="l"/>
            <a:pathLst>
              <a:path h="3281354" w="3263456">
                <a:moveTo>
                  <a:pt x="0" y="0"/>
                </a:moveTo>
                <a:lnTo>
                  <a:pt x="3263456" y="0"/>
                </a:lnTo>
                <a:lnTo>
                  <a:pt x="3263456" y="3281354"/>
                </a:lnTo>
                <a:lnTo>
                  <a:pt x="0" y="32813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56272" y="7934088"/>
            <a:ext cx="3263456" cy="3281354"/>
          </a:xfrm>
          <a:custGeom>
            <a:avLst/>
            <a:gdLst/>
            <a:ahLst/>
            <a:cxnLst/>
            <a:rect r="r" b="b" t="t" l="l"/>
            <a:pathLst>
              <a:path h="3281354" w="3263456">
                <a:moveTo>
                  <a:pt x="0" y="0"/>
                </a:moveTo>
                <a:lnTo>
                  <a:pt x="3263456" y="0"/>
                </a:lnTo>
                <a:lnTo>
                  <a:pt x="3263456" y="3281354"/>
                </a:lnTo>
                <a:lnTo>
                  <a:pt x="0" y="32813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7" y="0"/>
            <a:ext cx="18254196" cy="10287000"/>
          </a:xfrm>
          <a:custGeom>
            <a:avLst/>
            <a:gdLst/>
            <a:ahLst/>
            <a:cxnLst/>
            <a:rect r="r" b="b" t="t" l="l"/>
            <a:pathLst>
              <a:path h="10287000" w="18254196">
                <a:moveTo>
                  <a:pt x="0" y="0"/>
                </a:moveTo>
                <a:lnTo>
                  <a:pt x="18254196" y="0"/>
                </a:lnTo>
                <a:lnTo>
                  <a:pt x="18254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97" y="0"/>
            <a:ext cx="18254196" cy="10287000"/>
          </a:xfrm>
          <a:custGeom>
            <a:avLst/>
            <a:gdLst/>
            <a:ahLst/>
            <a:cxnLst/>
            <a:rect r="r" b="b" t="t" l="l"/>
            <a:pathLst>
              <a:path h="10287000" w="18254196">
                <a:moveTo>
                  <a:pt x="0" y="0"/>
                </a:moveTo>
                <a:lnTo>
                  <a:pt x="18254196" y="0"/>
                </a:lnTo>
                <a:lnTo>
                  <a:pt x="18254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3503" y="1434227"/>
            <a:ext cx="18407624" cy="4333504"/>
          </a:xfrm>
          <a:custGeom>
            <a:avLst/>
            <a:gdLst/>
            <a:ahLst/>
            <a:cxnLst/>
            <a:rect r="r" b="b" t="t" l="l"/>
            <a:pathLst>
              <a:path h="4333504" w="18407624">
                <a:moveTo>
                  <a:pt x="0" y="0"/>
                </a:moveTo>
                <a:lnTo>
                  <a:pt x="18407624" y="0"/>
                </a:lnTo>
                <a:lnTo>
                  <a:pt x="18407624" y="4333503"/>
                </a:lnTo>
                <a:lnTo>
                  <a:pt x="0" y="4333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0975" y="1870570"/>
            <a:ext cx="5782242" cy="238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14">
                <a:solidFill>
                  <a:srgbClr val="00000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Nombre de la actividad:</a:t>
            </a:r>
          </a:p>
          <a:p>
            <a:pPr algn="l">
              <a:lnSpc>
                <a:spcPts val="3060"/>
              </a:lnSpc>
            </a:pPr>
          </a:p>
          <a:p>
            <a:pPr algn="just">
              <a:lnSpc>
                <a:spcPts val="2024"/>
              </a:lnSpc>
            </a:pPr>
            <a:r>
              <a:rPr lang="en-US" b="true" sz="2514">
                <a:solidFill>
                  <a:srgbClr val="00000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Cantidad de participantes:</a:t>
            </a:r>
          </a:p>
          <a:p>
            <a:pPr algn="ctr">
              <a:lnSpc>
                <a:spcPts val="2024"/>
              </a:lnSpc>
            </a:pPr>
          </a:p>
          <a:p>
            <a:pPr algn="l">
              <a:lnSpc>
                <a:spcPts val="2967"/>
              </a:lnSpc>
            </a:pPr>
            <a:r>
              <a:rPr lang="en-US" b="true" sz="2514">
                <a:solidFill>
                  <a:srgbClr val="00000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Doy fe que esta actividad está  planificada en dtt (Sí/No):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57611" y="2250642"/>
            <a:ext cx="3196851" cy="200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b="true" sz="2799">
                <a:solidFill>
                  <a:srgbClr val="00000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Hora de inicio:</a:t>
            </a:r>
          </a:p>
          <a:p>
            <a:pPr algn="l">
              <a:lnSpc>
                <a:spcPts val="3407"/>
              </a:lnSpc>
            </a:pPr>
          </a:p>
          <a:p>
            <a:pPr algn="l">
              <a:lnSpc>
                <a:spcPts val="4561"/>
              </a:lnSpc>
            </a:pPr>
            <a:r>
              <a:rPr lang="en-US" b="true" sz="2799">
                <a:solidFill>
                  <a:srgbClr val="00000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Hora de fin:</a:t>
            </a:r>
          </a:p>
          <a:p>
            <a:pPr algn="l">
              <a:lnSpc>
                <a:spcPts val="5415"/>
              </a:lnSpc>
            </a:pPr>
            <a:r>
              <a:rPr lang="en-US" b="true" sz="2799">
                <a:solidFill>
                  <a:srgbClr val="00000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Duración (min):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975" y="4234367"/>
            <a:ext cx="17929899" cy="69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6"/>
              </a:lnSpc>
            </a:pPr>
            <a:r>
              <a:rPr lang="en-US" b="true" sz="2674">
                <a:solidFill>
                  <a:srgbClr val="00000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Participantes: llenar las siguientes cajas de texto (tomar información del chat del meet)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76286" y="699973"/>
            <a:ext cx="9135428" cy="5691797"/>
          </a:xfrm>
          <a:custGeom>
            <a:avLst/>
            <a:gdLst/>
            <a:ahLst/>
            <a:cxnLst/>
            <a:rect r="r" b="b" t="t" l="l"/>
            <a:pathLst>
              <a:path h="5691797" w="9135428">
                <a:moveTo>
                  <a:pt x="0" y="0"/>
                </a:moveTo>
                <a:lnTo>
                  <a:pt x="9135428" y="0"/>
                </a:lnTo>
                <a:lnTo>
                  <a:pt x="9135428" y="5691797"/>
                </a:lnTo>
                <a:lnTo>
                  <a:pt x="0" y="5691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91486" y="6796954"/>
            <a:ext cx="6705000" cy="769496"/>
          </a:xfrm>
          <a:custGeom>
            <a:avLst/>
            <a:gdLst/>
            <a:ahLst/>
            <a:cxnLst/>
            <a:rect r="r" b="b" t="t" l="l"/>
            <a:pathLst>
              <a:path h="769496" w="6705000">
                <a:moveTo>
                  <a:pt x="0" y="0"/>
                </a:moveTo>
                <a:lnTo>
                  <a:pt x="6705000" y="0"/>
                </a:lnTo>
                <a:lnTo>
                  <a:pt x="6705000" y="769496"/>
                </a:lnTo>
                <a:lnTo>
                  <a:pt x="0" y="769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46522" y="699973"/>
            <a:ext cx="10270952" cy="8229600"/>
          </a:xfrm>
          <a:custGeom>
            <a:avLst/>
            <a:gdLst/>
            <a:ahLst/>
            <a:cxnLst/>
            <a:rect r="r" b="b" t="t" l="l"/>
            <a:pathLst>
              <a:path h="8229600" w="10270952">
                <a:moveTo>
                  <a:pt x="0" y="0"/>
                </a:moveTo>
                <a:lnTo>
                  <a:pt x="10270952" y="0"/>
                </a:lnTo>
                <a:lnTo>
                  <a:pt x="102709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40979" y="8777173"/>
            <a:ext cx="5955506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</a:pPr>
            <a:r>
              <a:rPr lang="en-US" b="true" sz="7800">
                <a:solidFill>
                  <a:srgbClr val="131416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DUDAS ¿?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65361" y="596598"/>
            <a:ext cx="2757268" cy="3770967"/>
          </a:xfrm>
          <a:custGeom>
            <a:avLst/>
            <a:gdLst/>
            <a:ahLst/>
            <a:cxnLst/>
            <a:rect r="r" b="b" t="t" l="l"/>
            <a:pathLst>
              <a:path h="3770967" w="2757268">
                <a:moveTo>
                  <a:pt x="0" y="0"/>
                </a:moveTo>
                <a:lnTo>
                  <a:pt x="2757268" y="0"/>
                </a:lnTo>
                <a:lnTo>
                  <a:pt x="2757268" y="3770967"/>
                </a:lnTo>
                <a:lnTo>
                  <a:pt x="0" y="3770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11101" y="7899740"/>
            <a:ext cx="13465807" cy="719452"/>
          </a:xfrm>
          <a:custGeom>
            <a:avLst/>
            <a:gdLst/>
            <a:ahLst/>
            <a:cxnLst/>
            <a:rect r="r" b="b" t="t" l="l"/>
            <a:pathLst>
              <a:path h="719452" w="13465807">
                <a:moveTo>
                  <a:pt x="0" y="0"/>
                </a:moveTo>
                <a:lnTo>
                  <a:pt x="13465807" y="0"/>
                </a:lnTo>
                <a:lnTo>
                  <a:pt x="13465807" y="719452"/>
                </a:lnTo>
                <a:lnTo>
                  <a:pt x="0" y="719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65361" y="596598"/>
            <a:ext cx="2757268" cy="3770967"/>
          </a:xfrm>
          <a:custGeom>
            <a:avLst/>
            <a:gdLst/>
            <a:ahLst/>
            <a:cxnLst/>
            <a:rect r="r" b="b" t="t" l="l"/>
            <a:pathLst>
              <a:path h="3770967" w="2757268">
                <a:moveTo>
                  <a:pt x="0" y="0"/>
                </a:moveTo>
                <a:lnTo>
                  <a:pt x="2757268" y="0"/>
                </a:lnTo>
                <a:lnTo>
                  <a:pt x="2757268" y="3770967"/>
                </a:lnTo>
                <a:lnTo>
                  <a:pt x="0" y="37709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26820" y="5105400"/>
            <a:ext cx="9830209" cy="239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3"/>
              </a:lnSpc>
            </a:pPr>
            <a:r>
              <a:rPr lang="en-US" b="true" sz="7598">
                <a:solidFill>
                  <a:srgbClr val="131416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¡GRACIAS POR SU ATENCIÓN!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06497" y="7667520"/>
            <a:ext cx="96271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2000">
                <a:solidFill>
                  <a:srgbClr val="131416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4685" y="7958160"/>
            <a:ext cx="15834123" cy="42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2"/>
              </a:lnSpc>
            </a:pPr>
            <a:r>
              <a:rPr lang="en-US" sz="2000">
                <a:solidFill>
                  <a:srgbClr val="131416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RECUERDA QUE TENEMOS NUESTRO FORO SEMANAL DONDE PUEDES CONSULTAR CUALQUIER DUDA QUE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70765" y="8261499"/>
            <a:ext cx="3861963" cy="42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000">
                <a:solidFill>
                  <a:srgbClr val="131416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TE SURJA EN LA SEMANA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504754" y="-1375819"/>
            <a:ext cx="3263456" cy="3281354"/>
          </a:xfrm>
          <a:custGeom>
            <a:avLst/>
            <a:gdLst/>
            <a:ahLst/>
            <a:cxnLst/>
            <a:rect r="r" b="b" t="t" l="l"/>
            <a:pathLst>
              <a:path h="3281354" w="3263456">
                <a:moveTo>
                  <a:pt x="0" y="0"/>
                </a:moveTo>
                <a:lnTo>
                  <a:pt x="3263456" y="0"/>
                </a:lnTo>
                <a:lnTo>
                  <a:pt x="3263456" y="3281354"/>
                </a:lnTo>
                <a:lnTo>
                  <a:pt x="0" y="32813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56272" y="8083445"/>
            <a:ext cx="3263456" cy="3281354"/>
          </a:xfrm>
          <a:custGeom>
            <a:avLst/>
            <a:gdLst/>
            <a:ahLst/>
            <a:cxnLst/>
            <a:rect r="r" b="b" t="t" l="l"/>
            <a:pathLst>
              <a:path h="3281354" w="3263456">
                <a:moveTo>
                  <a:pt x="0" y="0"/>
                </a:moveTo>
                <a:lnTo>
                  <a:pt x="3263456" y="0"/>
                </a:lnTo>
                <a:lnTo>
                  <a:pt x="3263456" y="3281354"/>
                </a:lnTo>
                <a:lnTo>
                  <a:pt x="0" y="32813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DAG7ZZWzzL4</dc:identifier>
  <dcterms:modified xsi:type="dcterms:W3CDTF">2011-08-01T06:04:30Z</dcterms:modified>
  <cp:revision>1</cp:revision>
  <dc:title>1s2026_Semana_4</dc:title>
</cp:coreProperties>
</file>