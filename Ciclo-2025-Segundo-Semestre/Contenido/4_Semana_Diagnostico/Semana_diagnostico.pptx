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20B0806030504020204"/>
      <p:regular r:id="rId14"/>
    </p:embeddedFont>
    <p:embeddedFont>
      <p:font typeface="Open Sans" charset="1" panose="020B0606030504020204"/>
      <p:regular r:id="rId15"/>
    </p:embeddedFont>
    <p:embeddedFont>
      <p:font typeface="Garet" charset="1" panose="00000000000000000000"/>
      <p:regular r:id="rId16"/>
    </p:embeddedFont>
    <p:embeddedFont>
      <p:font typeface="Playlist Script" charset="1" panose="00000000000000000000"/>
      <p:regular r:id="rId17"/>
    </p:embeddedFont>
    <p:embeddedFont>
      <p:font typeface="Horizon" charset="1" panose="02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41309" y="0"/>
            <a:ext cx="5746691" cy="1711780"/>
          </a:xfrm>
          <a:custGeom>
            <a:avLst/>
            <a:gdLst/>
            <a:ahLst/>
            <a:cxnLst/>
            <a:rect r="r" b="b" t="t" l="l"/>
            <a:pathLst>
              <a:path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41309" y="6021878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86175" y="3915649"/>
            <a:ext cx="1037736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del curso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303" y="8745251"/>
            <a:ext cx="698137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Ingenieria de Ciencias Y Sistemas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210675"/>
            <a:ext cx="352529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85325"/>
            <a:ext cx="64079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9268" y="7426039"/>
            <a:ext cx="3284265" cy="173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usar el 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que desees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conserva la estructura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646" y="3871130"/>
            <a:ext cx="7269518" cy="666407"/>
            <a:chOff x="0" y="0"/>
            <a:chExt cx="3095001" cy="283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5001" cy="283723"/>
            </a:xfrm>
            <a:custGeom>
              <a:avLst/>
              <a:gdLst/>
              <a:ahLst/>
              <a:cxnLst/>
              <a:rect r="r" b="b" t="t" l="l"/>
              <a:pathLst>
                <a:path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Presentación Auxiliar de curso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8654" y="3911874"/>
            <a:ext cx="453358" cy="550094"/>
          </a:xfrm>
          <a:custGeom>
            <a:avLst/>
            <a:gdLst/>
            <a:ahLst/>
            <a:cxnLst/>
            <a:rect r="r" b="b" t="t" l="l"/>
            <a:pathLst>
              <a:path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51754" y="-249180"/>
            <a:ext cx="6140237" cy="2980843"/>
            <a:chOff x="0" y="0"/>
            <a:chExt cx="8186982" cy="397445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86783"/>
              <a:ext cx="8186982" cy="298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Agenda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0"/>
              <a:ext cx="8186982" cy="92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66989" y="5659972"/>
            <a:ext cx="8707627" cy="666407"/>
            <a:chOff x="0" y="0"/>
            <a:chExt cx="3707276" cy="2837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07276" cy="283723"/>
            </a:xfrm>
            <a:custGeom>
              <a:avLst/>
              <a:gdLst/>
              <a:ahLst/>
              <a:cxnLst/>
              <a:rect r="r" b="b" t="t" l="l"/>
              <a:pathLst>
                <a:path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3592976" cy="35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Presentación del programa del laboratorio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56273" y="6660316"/>
            <a:ext cx="6168263" cy="666407"/>
            <a:chOff x="0" y="0"/>
            <a:chExt cx="2626141" cy="2837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6141" cy="283723"/>
            </a:xfrm>
            <a:custGeom>
              <a:avLst/>
              <a:gdLst/>
              <a:ahLst/>
              <a:cxnLst/>
              <a:rect r="r" b="b" t="t" l="l"/>
              <a:pathLst>
                <a:path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Evaluación de Conocimientos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44725" y="4765551"/>
            <a:ext cx="5935056" cy="666407"/>
            <a:chOff x="0" y="0"/>
            <a:chExt cx="2526853" cy="2837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26853" cy="283723"/>
            </a:xfrm>
            <a:custGeom>
              <a:avLst/>
              <a:gdLst/>
              <a:ahLst/>
              <a:cxnLst/>
              <a:rect r="r" b="b" t="t" l="l"/>
              <a:pathLst>
                <a:path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Presentación de estudiantes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66989" y="7660660"/>
            <a:ext cx="2514689" cy="666407"/>
            <a:chOff x="0" y="0"/>
            <a:chExt cx="1070630" cy="283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0630" cy="283723"/>
            </a:xfrm>
            <a:custGeom>
              <a:avLst/>
              <a:gdLst/>
              <a:ahLst/>
              <a:cxnLst/>
              <a:rect r="r" b="b" t="t" l="l"/>
              <a:pathLst>
                <a:path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Despedida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78654" y="4794712"/>
            <a:ext cx="453358" cy="550094"/>
          </a:xfrm>
          <a:custGeom>
            <a:avLst/>
            <a:gdLst/>
            <a:ahLst/>
            <a:cxnLst/>
            <a:rect r="r" b="b" t="t" l="l"/>
            <a:pathLst>
              <a:path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8654" y="5776285"/>
            <a:ext cx="453358" cy="550094"/>
          </a:xfrm>
          <a:custGeom>
            <a:avLst/>
            <a:gdLst/>
            <a:ahLst/>
            <a:cxnLst/>
            <a:rect r="r" b="b" t="t" l="l"/>
            <a:pathLst>
              <a:path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8654" y="6776068"/>
            <a:ext cx="453358" cy="550094"/>
          </a:xfrm>
          <a:custGeom>
            <a:avLst/>
            <a:gdLst/>
            <a:ahLst/>
            <a:cxnLst/>
            <a:rect r="r" b="b" t="t" l="l"/>
            <a:pathLst>
              <a:path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78654" y="7776973"/>
            <a:ext cx="453358" cy="550094"/>
          </a:xfrm>
          <a:custGeom>
            <a:avLst/>
            <a:gdLst/>
            <a:ahLst/>
            <a:cxnLst/>
            <a:rect r="r" b="b" t="t" l="l"/>
            <a:pathLst>
              <a:path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73107" y="5143500"/>
            <a:ext cx="4626468" cy="4575998"/>
          </a:xfrm>
          <a:custGeom>
            <a:avLst/>
            <a:gdLst/>
            <a:ahLst/>
            <a:cxnLst/>
            <a:rect r="r" b="b" t="t" l="l"/>
            <a:pathLst>
              <a:path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072123" y="5910115"/>
            <a:ext cx="3428436" cy="155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¡RECORDATORIO!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clase debe durar los 100 minutos que equivale a 1 hora con 40 minutos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7966" y="395245"/>
            <a:ext cx="9612067" cy="180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BIENVENIDA Y PRESENTACIÓN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35763" y="4156571"/>
            <a:ext cx="1139742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¿Quien soy? Conociendo al auxiliar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195" y="5334021"/>
            <a:ext cx="4626468" cy="4575998"/>
          </a:xfrm>
          <a:custGeom>
            <a:avLst/>
            <a:gdLst/>
            <a:ahLst/>
            <a:cxnLst/>
            <a:rect r="r" b="b" t="t" l="l"/>
            <a:pathLst>
              <a:path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46211" y="6100636"/>
            <a:ext cx="3428436" cy="350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</a:p>
          <a:p>
            <a:pPr algn="l">
              <a:lnSpc>
                <a:spcPts val="3137"/>
              </a:lnSpc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</a:p>
          <a:p>
            <a:pPr algn="l">
              <a:lnSpc>
                <a:spcPts val="313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90111" y="2242623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Duracion: 10 minutos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7966" y="317778"/>
            <a:ext cx="9612067" cy="2664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PRESENTACIÓN DE ESTUDIANTES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37966" y="3698875"/>
            <a:ext cx="8869033" cy="280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Seleccionar 5 estudiantes de manera aleatoria a través de sorteo para que se presenten ante la clase.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371222" y="4942444"/>
            <a:ext cx="4815461" cy="4762929"/>
          </a:xfrm>
          <a:custGeom>
            <a:avLst/>
            <a:gdLst/>
            <a:ahLst/>
            <a:cxnLst/>
            <a:rect r="r" b="b" t="t" l="l"/>
            <a:pathLst>
              <a:path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874788" y="5844712"/>
            <a:ext cx="3808329" cy="372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3"/>
              </a:lnSpc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</a:p>
          <a:p>
            <a:pPr algn="l">
              <a:lnSpc>
                <a:spcPts val="2153"/>
              </a:lnSpc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</a:p>
          <a:p>
            <a:pPr algn="l">
              <a:lnSpc>
                <a:spcPts val="2153"/>
              </a:lnSpc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</a:p>
          <a:p>
            <a:pPr algn="l" marL="332082" indent="-166041" lvl="1">
              <a:lnSpc>
                <a:spcPts val="2153"/>
              </a:lnSpc>
              <a:buFont typeface="Arial"/>
              <a:buChar char="•"/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</a:p>
          <a:p>
            <a:pPr algn="l" marL="332082" indent="-166041" lvl="1">
              <a:lnSpc>
                <a:spcPts val="2153"/>
              </a:lnSpc>
              <a:buFont typeface="Arial"/>
              <a:buChar char="•"/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</a:p>
          <a:p>
            <a:pPr algn="l" marL="332082" indent="-166041" lvl="1">
              <a:lnSpc>
                <a:spcPts val="2153"/>
              </a:lnSpc>
              <a:buFont typeface="Arial"/>
              <a:buChar char="•"/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</a:p>
          <a:p>
            <a:pPr algn="l" marL="332082" indent="-166041" lvl="1">
              <a:lnSpc>
                <a:spcPts val="2153"/>
              </a:lnSpc>
              <a:buFont typeface="Arial"/>
              <a:buChar char="•"/>
            </a:pPr>
            <a:r>
              <a:rPr lang="en-US" sz="153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</a:p>
          <a:p>
            <a:pPr algn="l">
              <a:lnSpc>
                <a:spcPts val="21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45583" y="2811227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Duracion: 25 minutos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6023" y="428019"/>
            <a:ext cx="14055954" cy="168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25"/>
              </a:lnSpc>
            </a:pPr>
            <a:r>
              <a:rPr lang="en-US" sz="5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EVALUACIÓN DE CONOCIMIENTOS PREVIOS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16023" y="4431710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Kahoot.it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195" y="5334021"/>
            <a:ext cx="4626468" cy="4575998"/>
          </a:xfrm>
          <a:custGeom>
            <a:avLst/>
            <a:gdLst/>
            <a:ahLst/>
            <a:cxnLst/>
            <a:rect r="r" b="b" t="t" l="l"/>
            <a:pathLst>
              <a:path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21064" y="5820568"/>
            <a:ext cx="3238236" cy="387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6023" y="2828408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Duracion: 15 minutos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3948" y="2289328"/>
            <a:ext cx="12625499" cy="164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3"/>
              </a:lnSpc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Competencias y objetivos del curso</a:t>
            </a:r>
          </a:p>
          <a:p>
            <a:pPr algn="l">
              <a:lnSpc>
                <a:spcPts val="6793"/>
              </a:lnSpc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Temarios y Contenidos Principales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2317" y="560459"/>
            <a:ext cx="17463365" cy="89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38"/>
              </a:lnSpc>
            </a:pPr>
            <a:r>
              <a:rPr lang="en-US" sz="56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Presentación de programa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195" y="5334021"/>
            <a:ext cx="4626468" cy="4575998"/>
          </a:xfrm>
          <a:custGeom>
            <a:avLst/>
            <a:gdLst/>
            <a:ahLst/>
            <a:cxnLst/>
            <a:rect r="r" b="b" t="t" l="l"/>
            <a:pathLst>
              <a:path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41311" y="6461503"/>
            <a:ext cx="3238236" cy="218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</a:p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6614" y="4488814"/>
            <a:ext cx="5365079" cy="5306551"/>
          </a:xfrm>
          <a:custGeom>
            <a:avLst/>
            <a:gdLst/>
            <a:ahLst/>
            <a:cxnLst/>
            <a:rect r="r" b="b" t="t" l="l"/>
            <a:pathLst>
              <a:path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435" y="5685306"/>
            <a:ext cx="4171064" cy="370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</a:p>
          <a:p>
            <a:pPr algn="l" marL="348654" indent="-174327" lvl="1">
              <a:lnSpc>
                <a:spcPts val="2260"/>
              </a:lnSpc>
              <a:buFont typeface="Arial"/>
              <a:buChar char="•"/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</a:p>
          <a:p>
            <a:pPr algn="l" marL="348654" indent="-174327" lvl="1">
              <a:lnSpc>
                <a:spcPts val="2260"/>
              </a:lnSpc>
              <a:buFont typeface="Arial"/>
              <a:buChar char="•"/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</a:p>
          <a:p>
            <a:pPr algn="l" marL="348654" indent="-174327" lvl="1">
              <a:lnSpc>
                <a:spcPts val="2260"/>
              </a:lnSpc>
              <a:buFont typeface="Arial"/>
              <a:buChar char="•"/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</a:p>
          <a:p>
            <a:pPr algn="l" marL="348654" indent="-174327" lvl="1">
              <a:lnSpc>
                <a:spcPts val="2260"/>
              </a:lnSpc>
              <a:buFont typeface="Arial"/>
              <a:buChar char="•"/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</a:p>
          <a:p>
            <a:pPr algn="l" marL="348654" indent="-174327" lvl="1">
              <a:lnSpc>
                <a:spcPts val="2260"/>
              </a:lnSpc>
              <a:buFont typeface="Arial"/>
              <a:buChar char="•"/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</a:p>
          <a:p>
            <a:pPr algn="l">
              <a:lnSpc>
                <a:spcPts val="22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43948" y="1568914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Duracion: 20 minutos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2183" y="246636"/>
            <a:ext cx="11503634" cy="248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25"/>
              </a:lnSpc>
            </a:pPr>
            <a:r>
              <a:rPr lang="en-US" sz="5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EVALUACIÓN DE CONOCIMIENTOS DEL NUEVO CURSO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16023" y="3287893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kahoot.it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395371" y="5711002"/>
            <a:ext cx="4626468" cy="4575998"/>
          </a:xfrm>
          <a:custGeom>
            <a:avLst/>
            <a:gdLst/>
            <a:ahLst/>
            <a:cxnLst/>
            <a:rect r="r" b="b" t="t" l="l"/>
            <a:pathLst>
              <a:path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89487" y="6819434"/>
            <a:ext cx="3238236" cy="246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6023" y="2475830"/>
            <a:ext cx="14365903" cy="7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6"/>
              </a:lnSpc>
            </a:pPr>
            <a:r>
              <a:rPr lang="en-US" sz="3576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Duracion: 15 minutos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389104"/>
            <a:ext cx="8658828" cy="249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spc="116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DAGhfEvwCNk</dc:identifier>
  <dcterms:modified xsi:type="dcterms:W3CDTF">2011-08-01T06:04:30Z</dcterms:modified>
  <cp:revision>1</cp:revision>
  <dc:title>Presentación 0</dc:title>
</cp:coreProperties>
</file>