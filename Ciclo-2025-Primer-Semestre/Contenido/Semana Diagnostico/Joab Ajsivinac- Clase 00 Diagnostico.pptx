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10287000" cx="18288000"/>
  <p:notesSz cx="6858000" cy="9144000"/>
  <p:embeddedFontLst>
    <p:embeddedFont>
      <p:font typeface="League Spartan"/>
      <p:regular r:id="rId16"/>
      <p:bold r:id="rId17"/>
    </p:embeddedFont>
    <p:embeddedFont>
      <p:font typeface="Montserrat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ga07DeI1dOnMjPUzDaoBeljDAO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40D600-4171-4E85-B35D-A40B20987C40}">
  <a:tblStyle styleId="{5B40D600-4171-4E85-B35D-A40B20987C4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LeagueSpartan-bold.fntdata"/><Relationship Id="rId16" Type="http://schemas.openxmlformats.org/officeDocument/2006/relationships/font" Target="fonts/LeagueSpartan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Montserrat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ontserra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hyperlink" Target="https://spinthewheel.io/e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hyperlink" Target="https://create.kahoot.it/details/89af1e0e-b7f0-43e0-bdc0-cfbb3047c12c" TargetMode="External"/><Relationship Id="rId6" Type="http://schemas.openxmlformats.org/officeDocument/2006/relationships/hyperlink" Target="https://create.kahoot.it/details/89af1e0e-b7f0-43e0-bdc0-cfbb3047c12c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hyperlink" Target="https://create.kahoot.it/details/dc9702b2-fe07-43da-bc64-1ea31bbf5208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29794" y="0"/>
            <a:ext cx="18258206" cy="10287000"/>
          </a:xfrm>
          <a:custGeom>
            <a:rect b="b" l="l" r="r" t="t"/>
            <a:pathLst>
              <a:path extrusionOk="0" h="10287000" w="18258206">
                <a:moveTo>
                  <a:pt x="0" y="0"/>
                </a:moveTo>
                <a:lnTo>
                  <a:pt x="18258206" y="0"/>
                </a:lnTo>
                <a:lnTo>
                  <a:pt x="182582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5" name="Google Shape;85;p1"/>
          <p:cNvGraphicFramePr/>
          <p:nvPr/>
        </p:nvGraphicFramePr>
        <p:xfrm>
          <a:off x="11639847" y="2038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{5B40D600-4171-4E85-B35D-A40B20987C40}</a:tableStyleId>
              </a:tblPr>
              <a:tblGrid>
                <a:gridCol w="2777675"/>
                <a:gridCol w="3474925"/>
              </a:tblGrid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54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Dia, Fecha: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54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dia, dd/mm/yyyy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54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54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12:00 - 12:00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p1"/>
          <p:cNvSpPr txBox="1"/>
          <p:nvPr/>
        </p:nvSpPr>
        <p:spPr>
          <a:xfrm>
            <a:off x="3829698" y="4269739"/>
            <a:ext cx="14062762" cy="873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0092 PROGRAMACION DE COMPUTADORAS 2 [Q]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471672" y="5204170"/>
            <a:ext cx="8420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/>
              <a:t>Nombre del Tutor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-304800" y="-266700"/>
            <a:ext cx="19011900" cy="36957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-1497230" y="1409077"/>
            <a:ext cx="14093462" cy="10287000"/>
          </a:xfrm>
          <a:custGeom>
            <a:rect b="b" l="l" r="r" t="t"/>
            <a:pathLst>
              <a:path extrusionOk="0" h="2462566" w="3373780">
                <a:moveTo>
                  <a:pt x="3249320" y="2462566"/>
                </a:moveTo>
                <a:lnTo>
                  <a:pt x="124460" y="2462566"/>
                </a:lnTo>
                <a:cubicBezTo>
                  <a:pt x="55880" y="2462566"/>
                  <a:pt x="0" y="2406686"/>
                  <a:pt x="0" y="2338106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249320" y="0"/>
                </a:lnTo>
                <a:cubicBezTo>
                  <a:pt x="3317900" y="0"/>
                  <a:pt x="3373780" y="55880"/>
                  <a:pt x="3373780" y="124460"/>
                </a:cubicBezTo>
                <a:lnTo>
                  <a:pt x="3373780" y="2338106"/>
                </a:lnTo>
                <a:cubicBezTo>
                  <a:pt x="3373780" y="2406686"/>
                  <a:pt x="3317900" y="2462566"/>
                  <a:pt x="3249320" y="2462566"/>
                </a:cubicBezTo>
                <a:close/>
              </a:path>
            </a:pathLst>
          </a:cu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" name="Google Shape;94;p2"/>
          <p:cNvGrpSpPr/>
          <p:nvPr/>
        </p:nvGrpSpPr>
        <p:grpSpPr>
          <a:xfrm>
            <a:off x="12388703" y="2053719"/>
            <a:ext cx="5385349" cy="10944768"/>
            <a:chOff x="0" y="0"/>
            <a:chExt cx="5000993" cy="10163632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5000993" cy="10163632"/>
            </a:xfrm>
            <a:custGeom>
              <a:rect b="b" l="l" r="r" t="t"/>
              <a:pathLst>
                <a:path extrusionOk="0"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-44" r="-44" t="0"/>
              </a:stretch>
            </a:blipFill>
            <a:ln>
              <a:noFill/>
            </a:ln>
          </p:spPr>
        </p:sp>
        <p:sp>
          <p:nvSpPr>
            <p:cNvPr id="96" name="Google Shape;96;p2"/>
            <p:cNvSpPr/>
            <p:nvPr/>
          </p:nvSpPr>
          <p:spPr>
            <a:xfrm>
              <a:off x="338760" y="288798"/>
              <a:ext cx="4330776" cy="9398000"/>
            </a:xfrm>
            <a:custGeom>
              <a:rect b="b" l="l" r="r" t="t"/>
              <a:pathLst>
                <a:path extrusionOk="0"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41358" r="-184142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2"/>
          <p:cNvSpPr/>
          <p:nvPr/>
        </p:nvSpPr>
        <p:spPr>
          <a:xfrm>
            <a:off x="0" y="8582374"/>
            <a:ext cx="3090940" cy="1994712"/>
          </a:xfrm>
          <a:custGeom>
            <a:rect b="b" l="l" r="r" t="t"/>
            <a:pathLst>
              <a:path extrusionOk="0" h="1994712" w="3090940">
                <a:moveTo>
                  <a:pt x="0" y="0"/>
                </a:moveTo>
                <a:lnTo>
                  <a:pt x="3090940" y="0"/>
                </a:lnTo>
                <a:lnTo>
                  <a:pt x="3090940" y="1994712"/>
                </a:lnTo>
                <a:lnTo>
                  <a:pt x="0" y="1994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118895" t="0"/>
            </a:stretch>
          </a:blipFill>
          <a:ln>
            <a:noFill/>
          </a:ln>
        </p:spPr>
      </p:sp>
      <p:sp>
        <p:nvSpPr>
          <p:cNvPr id="98" name="Google Shape;98;p2"/>
          <p:cNvSpPr txBox="1"/>
          <p:nvPr/>
        </p:nvSpPr>
        <p:spPr>
          <a:xfrm>
            <a:off x="654534" y="2054704"/>
            <a:ext cx="6791890" cy="1520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Clase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654534" y="3576513"/>
            <a:ext cx="7960480" cy="1520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Diagnostico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3109990" y="9079667"/>
            <a:ext cx="8282979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Escuela de Ingeniería de Ciencias y Sistemas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Facultad de Ingeniería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Universidad San Carlos de Guatemala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0" y="7130912"/>
            <a:ext cx="12388703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Programación de Computadoras 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3"/>
          <p:cNvGrpSpPr/>
          <p:nvPr/>
        </p:nvGrpSpPr>
        <p:grpSpPr>
          <a:xfrm>
            <a:off x="0" y="-72330"/>
            <a:ext cx="4674349" cy="10359330"/>
            <a:chOff x="0" y="-19050"/>
            <a:chExt cx="1231104" cy="2728383"/>
          </a:xfrm>
        </p:grpSpPr>
        <p:sp>
          <p:nvSpPr>
            <p:cNvPr id="107" name="Google Shape;107;p3"/>
            <p:cNvSpPr/>
            <p:nvPr/>
          </p:nvSpPr>
          <p:spPr>
            <a:xfrm>
              <a:off x="0" y="0"/>
              <a:ext cx="1231104" cy="2709333"/>
            </a:xfrm>
            <a:custGeom>
              <a:rect b="b" l="l" r="r" t="t"/>
              <a:pathLst>
                <a:path extrusionOk="0" h="2709333" w="1231104">
                  <a:moveTo>
                    <a:pt x="0" y="0"/>
                  </a:moveTo>
                  <a:lnTo>
                    <a:pt x="1231104" y="0"/>
                  </a:lnTo>
                  <a:lnTo>
                    <a:pt x="123110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CB13">
                <a:alpha val="83921"/>
              </a:srgbClr>
            </a:solidFill>
            <a:ln>
              <a:noFill/>
            </a:ln>
          </p:spPr>
        </p:sp>
        <p:sp>
          <p:nvSpPr>
            <p:cNvPr id="108" name="Google Shape;108;p3"/>
            <p:cNvSpPr txBox="1"/>
            <p:nvPr/>
          </p:nvSpPr>
          <p:spPr>
            <a:xfrm>
              <a:off x="0" y="-19050"/>
              <a:ext cx="1231104" cy="27283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8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3"/>
          <p:cNvGrpSpPr/>
          <p:nvPr/>
        </p:nvGrpSpPr>
        <p:grpSpPr>
          <a:xfrm>
            <a:off x="3131884" y="1858297"/>
            <a:ext cx="12024231" cy="6781996"/>
            <a:chOff x="0" y="-38100"/>
            <a:chExt cx="3166876" cy="1786205"/>
          </a:xfrm>
        </p:grpSpPr>
        <p:sp>
          <p:nvSpPr>
            <p:cNvPr id="110" name="Google Shape;110;p3"/>
            <p:cNvSpPr/>
            <p:nvPr/>
          </p:nvSpPr>
          <p:spPr>
            <a:xfrm>
              <a:off x="0" y="0"/>
              <a:ext cx="3166876" cy="1748105"/>
            </a:xfrm>
            <a:custGeom>
              <a:rect b="b" l="l" r="r" t="t"/>
              <a:pathLst>
                <a:path extrusionOk="0" h="1748105" w="3166876">
                  <a:moveTo>
                    <a:pt x="0" y="0"/>
                  </a:moveTo>
                  <a:lnTo>
                    <a:pt x="3166876" y="0"/>
                  </a:lnTo>
                  <a:lnTo>
                    <a:pt x="3166876" y="1748105"/>
                  </a:lnTo>
                  <a:lnTo>
                    <a:pt x="0" y="1748105"/>
                  </a:lnTo>
                  <a:close/>
                </a:path>
              </a:pathLst>
            </a:custGeom>
            <a:solidFill>
              <a:srgbClr val="FFFFFF"/>
            </a:solidFill>
            <a:ln cap="sq" cmpd="sng" w="66675">
              <a:solidFill>
                <a:srgbClr val="231F2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11" name="Google Shape;111;p3"/>
            <p:cNvSpPr txBox="1"/>
            <p:nvPr/>
          </p:nvSpPr>
          <p:spPr>
            <a:xfrm>
              <a:off x="0" y="-38100"/>
              <a:ext cx="3166876" cy="17862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3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p3"/>
          <p:cNvSpPr txBox="1"/>
          <p:nvPr/>
        </p:nvSpPr>
        <p:spPr>
          <a:xfrm>
            <a:off x="4558388" y="2605133"/>
            <a:ext cx="6353568" cy="94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50" u="none" cap="none" strike="noStrike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Agenda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3658752" y="3983900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3658752" y="5323945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3658752" y="6769499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9144000" y="3983900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9248775" y="5323945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4674349" y="4022000"/>
            <a:ext cx="41364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Presentación de</a:t>
            </a:r>
            <a:r>
              <a:rPr lang="en-US" sz="2524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 Aux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4674349" y="5362045"/>
            <a:ext cx="3611208" cy="856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Conociendo a los estudiantes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4792559" y="6807599"/>
            <a:ext cx="4018066" cy="1294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Presentación del programa del laboratorio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10416991" y="4022000"/>
            <a:ext cx="3611208" cy="856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Evaluación de Conocimientos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10416991" y="5493806"/>
            <a:ext cx="4761537" cy="418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Despedida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/>
          <p:nvPr/>
        </p:nvSpPr>
        <p:spPr>
          <a:xfrm>
            <a:off x="5778062" y="-730338"/>
            <a:ext cx="12509938" cy="12218524"/>
          </a:xfrm>
          <a:custGeom>
            <a:rect b="b" l="l" r="r" t="t"/>
            <a:pathLst>
              <a:path extrusionOk="0" h="12218524" w="12509938">
                <a:moveTo>
                  <a:pt x="0" y="0"/>
                </a:moveTo>
                <a:lnTo>
                  <a:pt x="12509938" y="0"/>
                </a:lnTo>
                <a:lnTo>
                  <a:pt x="12509938" y="12218523"/>
                </a:lnTo>
                <a:lnTo>
                  <a:pt x="0" y="12218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999"/>
            </a:blip>
            <a:stretch>
              <a:fillRect b="-26786" l="0" r="0" t="-26786"/>
            </a:stretch>
          </a:blipFill>
          <a:ln>
            <a:noFill/>
          </a:ln>
        </p:spPr>
      </p:sp>
      <p:sp>
        <p:nvSpPr>
          <p:cNvPr id="128" name="Google Shape;128;p4"/>
          <p:cNvSpPr/>
          <p:nvPr/>
        </p:nvSpPr>
        <p:spPr>
          <a:xfrm>
            <a:off x="0" y="-135361"/>
            <a:ext cx="5778062" cy="10557723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0" y="1303664"/>
            <a:ext cx="5778062" cy="5778062"/>
          </a:xfrm>
          <a:custGeom>
            <a:rect b="b" l="l" r="r" t="t"/>
            <a:pathLst>
              <a:path extrusionOk="0"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3"/>
                </a:lnTo>
                <a:lnTo>
                  <a:pt x="0" y="5778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4"/>
          <p:cNvSpPr txBox="1"/>
          <p:nvPr/>
        </p:nvSpPr>
        <p:spPr>
          <a:xfrm>
            <a:off x="10812830" y="495852"/>
            <a:ext cx="3561457" cy="756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Acerca de mi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6393775" y="1929063"/>
            <a:ext cx="11278500" cy="68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lt2"/>
                </a:solidFill>
              </a:rPr>
              <a:t>Hola, soy Joab Ajsivinac, estudiante de la carrera de ingeniería en Ciencias y Sistemas. Me especializo en áreas como desarrollo backend, arquitectura de software, administración de bases de datos (Oracle, PostgreSQL,Mysql), y sistemas operativos a bajo nivel, incluyendo programación de syscalls en el kernel de Linux.</a:t>
            </a:r>
            <a:endParaRPr sz="22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lt2"/>
                </a:solidFill>
              </a:rPr>
              <a:t>Trabajo constantemente en proyectos  académicos que integran herramientas actuales como Docker, Flask, React, y patrones de diseño como Singleton o MVC. También pongo énfasis en el diseño visual y la documentación técnica clara.</a:t>
            </a:r>
            <a:endParaRPr sz="22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lt2"/>
                </a:solidFill>
              </a:rPr>
              <a:t>🔧 </a:t>
            </a:r>
            <a:r>
              <a:rPr b="1" lang="en-US" sz="2200">
                <a:solidFill>
                  <a:schemeClr val="lt2"/>
                </a:solidFill>
              </a:rPr>
              <a:t>Lo que valoro:</a:t>
            </a:r>
            <a:endParaRPr b="1" sz="2200">
              <a:solidFill>
                <a:schemeClr val="lt2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200"/>
              <a:buChar char="●"/>
            </a:pPr>
            <a:r>
              <a:rPr lang="en-US" sz="2200">
                <a:solidFill>
                  <a:schemeClr val="lt2"/>
                </a:solidFill>
              </a:rPr>
              <a:t>Aprender haciendo, no solo memorizando.</a:t>
            </a:r>
            <a:br>
              <a:rPr lang="en-US" sz="2200">
                <a:solidFill>
                  <a:schemeClr val="lt2"/>
                </a:solidFill>
              </a:rPr>
            </a:br>
            <a:endParaRPr sz="2200">
              <a:solidFill>
                <a:schemeClr val="lt2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Char char="●"/>
            </a:pPr>
            <a:r>
              <a:rPr lang="en-US" sz="2200">
                <a:solidFill>
                  <a:schemeClr val="lt2"/>
                </a:solidFill>
              </a:rPr>
              <a:t>Integrar teoría con práctica real.</a:t>
            </a:r>
            <a:br>
              <a:rPr lang="en-US" sz="2200">
                <a:solidFill>
                  <a:schemeClr val="lt2"/>
                </a:solidFill>
              </a:rPr>
            </a:br>
            <a:endParaRPr sz="2200">
              <a:solidFill>
                <a:schemeClr val="lt2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Char char="●"/>
            </a:pPr>
            <a:r>
              <a:rPr lang="en-US" sz="2200">
                <a:solidFill>
                  <a:schemeClr val="lt2"/>
                </a:solidFill>
              </a:rPr>
              <a:t>El desarrollo del pensamiento crítico y estructurado.</a:t>
            </a:r>
            <a:br>
              <a:rPr lang="en-US" sz="2200">
                <a:solidFill>
                  <a:schemeClr val="lt2"/>
                </a:solidFill>
              </a:rPr>
            </a:br>
            <a:endParaRPr sz="2200">
              <a:solidFill>
                <a:schemeClr val="lt2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Char char="●"/>
            </a:pPr>
            <a:r>
              <a:rPr lang="en-US" sz="2200">
                <a:solidFill>
                  <a:schemeClr val="lt2"/>
                </a:solidFill>
              </a:rPr>
              <a:t>El trabajo en equipo bien organizado.</a:t>
            </a:r>
            <a:endParaRPr sz="2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/>
          <p:nvPr/>
        </p:nvSpPr>
        <p:spPr>
          <a:xfrm>
            <a:off x="0" y="-673165"/>
            <a:ext cx="12509938" cy="12218524"/>
          </a:xfrm>
          <a:custGeom>
            <a:rect b="b" l="l" r="r" t="t"/>
            <a:pathLst>
              <a:path extrusionOk="0" h="12218524" w="12509938">
                <a:moveTo>
                  <a:pt x="0" y="0"/>
                </a:moveTo>
                <a:lnTo>
                  <a:pt x="12509938" y="0"/>
                </a:lnTo>
                <a:lnTo>
                  <a:pt x="12509938" y="12218523"/>
                </a:lnTo>
                <a:lnTo>
                  <a:pt x="0" y="12218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999"/>
            </a:blip>
            <a:stretch>
              <a:fillRect b="-26786" l="0" r="0" t="-26786"/>
            </a:stretch>
          </a:blipFill>
          <a:ln>
            <a:noFill/>
          </a:ln>
        </p:spPr>
      </p:sp>
      <p:sp>
        <p:nvSpPr>
          <p:cNvPr id="137" name="Google Shape;137;p5"/>
          <p:cNvSpPr/>
          <p:nvPr/>
        </p:nvSpPr>
        <p:spPr>
          <a:xfrm>
            <a:off x="12509938" y="-270723"/>
            <a:ext cx="5778062" cy="10557723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13024288" y="2312981"/>
            <a:ext cx="4749362" cy="4749362"/>
          </a:xfrm>
          <a:custGeom>
            <a:rect b="b" l="l" r="r" t="t"/>
            <a:pathLst>
              <a:path extrusionOk="0" h="4749362" w="4749362">
                <a:moveTo>
                  <a:pt x="0" y="0"/>
                </a:moveTo>
                <a:lnTo>
                  <a:pt x="4749362" y="0"/>
                </a:lnTo>
                <a:lnTo>
                  <a:pt x="4749362" y="4749362"/>
                </a:lnTo>
                <a:lnTo>
                  <a:pt x="0" y="4749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5"/>
          <p:cNvSpPr/>
          <p:nvPr/>
        </p:nvSpPr>
        <p:spPr>
          <a:xfrm>
            <a:off x="2684716" y="1804787"/>
            <a:ext cx="7140506" cy="5953774"/>
          </a:xfrm>
          <a:custGeom>
            <a:rect b="b" l="l" r="r" t="t"/>
            <a:pathLst>
              <a:path extrusionOk="0" h="5953774" w="7140506">
                <a:moveTo>
                  <a:pt x="0" y="0"/>
                </a:moveTo>
                <a:lnTo>
                  <a:pt x="7140506" y="0"/>
                </a:lnTo>
                <a:lnTo>
                  <a:pt x="7140506" y="5953774"/>
                </a:lnTo>
                <a:lnTo>
                  <a:pt x="0" y="59537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5"/>
          <p:cNvSpPr txBox="1"/>
          <p:nvPr/>
        </p:nvSpPr>
        <p:spPr>
          <a:xfrm>
            <a:off x="1788339" y="264854"/>
            <a:ext cx="8933259" cy="773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Quienes conformamos la clase?</a:t>
            </a:r>
            <a:endParaRPr/>
          </a:p>
        </p:txBody>
      </p:sp>
      <p:sp>
        <p:nvSpPr>
          <p:cNvPr id="141" name="Google Shape;141;p5"/>
          <p:cNvSpPr txBox="1"/>
          <p:nvPr/>
        </p:nvSpPr>
        <p:spPr>
          <a:xfrm>
            <a:off x="0" y="8816528"/>
            <a:ext cx="12509938" cy="44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15" u="sng" cap="none" strike="noStrike">
                <a:solidFill>
                  <a:srgbClr val="FEFFFF"/>
                </a:solidFill>
                <a:latin typeface="Montserrat"/>
                <a:ea typeface="Montserrat"/>
                <a:cs typeface="Montserrat"/>
                <a:sym typeface="Montserra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Ruleta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E60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6"/>
          <p:cNvGrpSpPr/>
          <p:nvPr/>
        </p:nvGrpSpPr>
        <p:grpSpPr>
          <a:xfrm>
            <a:off x="-289042" y="407918"/>
            <a:ext cx="17178772" cy="9471993"/>
            <a:chOff x="0" y="-47625"/>
            <a:chExt cx="4524450" cy="2494681"/>
          </a:xfrm>
        </p:grpSpPr>
        <p:sp>
          <p:nvSpPr>
            <p:cNvPr id="147" name="Google Shape;147;p6"/>
            <p:cNvSpPr/>
            <p:nvPr/>
          </p:nvSpPr>
          <p:spPr>
            <a:xfrm>
              <a:off x="0" y="0"/>
              <a:ext cx="4524450" cy="2447056"/>
            </a:xfrm>
            <a:custGeom>
              <a:rect b="b" l="l" r="r" t="t"/>
              <a:pathLst>
                <a:path extrusionOk="0" h="2447056" w="4524450">
                  <a:moveTo>
                    <a:pt x="22083" y="0"/>
                  </a:moveTo>
                  <a:lnTo>
                    <a:pt x="4502367" y="0"/>
                  </a:lnTo>
                  <a:cubicBezTo>
                    <a:pt x="4514564" y="0"/>
                    <a:pt x="4524450" y="9887"/>
                    <a:pt x="4524450" y="22083"/>
                  </a:cubicBezTo>
                  <a:lnTo>
                    <a:pt x="4524450" y="2424973"/>
                  </a:lnTo>
                  <a:cubicBezTo>
                    <a:pt x="4524450" y="2430830"/>
                    <a:pt x="4522124" y="2436447"/>
                    <a:pt x="4517982" y="2440588"/>
                  </a:cubicBezTo>
                  <a:cubicBezTo>
                    <a:pt x="4513841" y="2444730"/>
                    <a:pt x="4508224" y="2447056"/>
                    <a:pt x="4502367" y="2447056"/>
                  </a:cubicBezTo>
                  <a:lnTo>
                    <a:pt x="22083" y="2447056"/>
                  </a:lnTo>
                  <a:cubicBezTo>
                    <a:pt x="9887" y="2447056"/>
                    <a:pt x="0" y="2437169"/>
                    <a:pt x="0" y="2424973"/>
                  </a:cubicBezTo>
                  <a:lnTo>
                    <a:pt x="0" y="22083"/>
                  </a:lnTo>
                  <a:cubicBezTo>
                    <a:pt x="0" y="9887"/>
                    <a:pt x="9887" y="0"/>
                    <a:pt x="22083" y="0"/>
                  </a:cubicBezTo>
                  <a:close/>
                </a:path>
              </a:pathLst>
            </a:custGeom>
            <a:solidFill>
              <a:srgbClr val="FEFFFF"/>
            </a:solidFill>
            <a:ln cap="rnd" cmpd="sng" w="47625">
              <a:solidFill>
                <a:srgbClr val="FE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6"/>
            <p:cNvSpPr txBox="1"/>
            <p:nvPr/>
          </p:nvSpPr>
          <p:spPr>
            <a:xfrm>
              <a:off x="0" y="-47625"/>
              <a:ext cx="4524450" cy="2494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6"/>
          <p:cNvSpPr/>
          <p:nvPr/>
        </p:nvSpPr>
        <p:spPr>
          <a:xfrm>
            <a:off x="1028700" y="4080985"/>
            <a:ext cx="3187705" cy="1793084"/>
          </a:xfrm>
          <a:custGeom>
            <a:rect b="b" l="l" r="r" t="t"/>
            <a:pathLst>
              <a:path extrusionOk="0" h="1793084" w="3187705">
                <a:moveTo>
                  <a:pt x="0" y="0"/>
                </a:moveTo>
                <a:lnTo>
                  <a:pt x="3187705" y="0"/>
                </a:lnTo>
                <a:lnTo>
                  <a:pt x="3187705" y="1793084"/>
                </a:lnTo>
                <a:lnTo>
                  <a:pt x="0" y="17930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6"/>
          <p:cNvSpPr/>
          <p:nvPr/>
        </p:nvSpPr>
        <p:spPr>
          <a:xfrm>
            <a:off x="13443253" y="4173384"/>
            <a:ext cx="4726892" cy="5706527"/>
          </a:xfrm>
          <a:custGeom>
            <a:rect b="b" l="l" r="r" t="t"/>
            <a:pathLst>
              <a:path extrusionOk="0" h="5706527" w="4726892">
                <a:moveTo>
                  <a:pt x="0" y="0"/>
                </a:moveTo>
                <a:lnTo>
                  <a:pt x="4726892" y="0"/>
                </a:lnTo>
                <a:lnTo>
                  <a:pt x="4726892" y="5706527"/>
                </a:lnTo>
                <a:lnTo>
                  <a:pt x="0" y="57065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37790" t="0"/>
            </a:stretch>
          </a:blipFill>
          <a:ln>
            <a:noFill/>
          </a:ln>
        </p:spPr>
      </p:sp>
      <p:sp>
        <p:nvSpPr>
          <p:cNvPr id="151" name="Google Shape;151;p6"/>
          <p:cNvSpPr txBox="1"/>
          <p:nvPr/>
        </p:nvSpPr>
        <p:spPr>
          <a:xfrm>
            <a:off x="3220492" y="781050"/>
            <a:ext cx="11847016" cy="1218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Evaluación de conocimientos</a:t>
            </a:r>
            <a:endParaRPr/>
          </a:p>
        </p:txBody>
      </p:sp>
      <p:sp>
        <p:nvSpPr>
          <p:cNvPr id="152" name="Google Shape;152;p6"/>
          <p:cNvSpPr txBox="1"/>
          <p:nvPr/>
        </p:nvSpPr>
        <p:spPr>
          <a:xfrm>
            <a:off x="4521950" y="4266965"/>
            <a:ext cx="5378747" cy="1621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Click aca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hlinkClick r:id="rId6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16248697" y="3886200"/>
            <a:ext cx="609600" cy="560070"/>
          </a:xfrm>
          <a:custGeom>
            <a:rect b="b" l="l" r="r" t="t"/>
            <a:pathLst>
              <a:path extrusionOk="0" h="746760" w="812800">
                <a:moveTo>
                  <a:pt x="452120" y="194310"/>
                </a:moveTo>
                <a:cubicBezTo>
                  <a:pt x="422910" y="335280"/>
                  <a:pt x="419100" y="449580"/>
                  <a:pt x="420370" y="449580"/>
                </a:cubicBezTo>
                <a:cubicBezTo>
                  <a:pt x="422910" y="450850"/>
                  <a:pt x="426720" y="336550"/>
                  <a:pt x="438150" y="288290"/>
                </a:cubicBezTo>
                <a:cubicBezTo>
                  <a:pt x="449580" y="245110"/>
                  <a:pt x="466090" y="203200"/>
                  <a:pt x="485140" y="171450"/>
                </a:cubicBezTo>
                <a:cubicBezTo>
                  <a:pt x="500380" y="146050"/>
                  <a:pt x="515620" y="124460"/>
                  <a:pt x="535940" y="109220"/>
                </a:cubicBezTo>
                <a:cubicBezTo>
                  <a:pt x="556260" y="92710"/>
                  <a:pt x="584200" y="81280"/>
                  <a:pt x="609600" y="76200"/>
                </a:cubicBezTo>
                <a:cubicBezTo>
                  <a:pt x="636270" y="72390"/>
                  <a:pt x="665480" y="74930"/>
                  <a:pt x="690880" y="82550"/>
                </a:cubicBezTo>
                <a:cubicBezTo>
                  <a:pt x="715010" y="91440"/>
                  <a:pt x="740410" y="106680"/>
                  <a:pt x="759460" y="125730"/>
                </a:cubicBezTo>
                <a:cubicBezTo>
                  <a:pt x="777240" y="144780"/>
                  <a:pt x="792480" y="170180"/>
                  <a:pt x="800100" y="195580"/>
                </a:cubicBezTo>
                <a:cubicBezTo>
                  <a:pt x="807720" y="220980"/>
                  <a:pt x="812800" y="247650"/>
                  <a:pt x="803910" y="275590"/>
                </a:cubicBezTo>
                <a:cubicBezTo>
                  <a:pt x="791210" y="314960"/>
                  <a:pt x="749300" y="358140"/>
                  <a:pt x="709930" y="400050"/>
                </a:cubicBezTo>
                <a:cubicBezTo>
                  <a:pt x="664210" y="450850"/>
                  <a:pt x="600710" y="524510"/>
                  <a:pt x="538480" y="551180"/>
                </a:cubicBezTo>
                <a:cubicBezTo>
                  <a:pt x="482600" y="575310"/>
                  <a:pt x="415290" y="582930"/>
                  <a:pt x="359410" y="567690"/>
                </a:cubicBezTo>
                <a:cubicBezTo>
                  <a:pt x="302260" y="552450"/>
                  <a:pt x="196850" y="490220"/>
                  <a:pt x="199390" y="458470"/>
                </a:cubicBezTo>
                <a:cubicBezTo>
                  <a:pt x="200660" y="425450"/>
                  <a:pt x="349250" y="359410"/>
                  <a:pt x="365760" y="373380"/>
                </a:cubicBezTo>
                <a:cubicBezTo>
                  <a:pt x="378460" y="383540"/>
                  <a:pt x="353060" y="447040"/>
                  <a:pt x="336550" y="477520"/>
                </a:cubicBezTo>
                <a:cubicBezTo>
                  <a:pt x="317500" y="509270"/>
                  <a:pt x="289560" y="542290"/>
                  <a:pt x="259080" y="558800"/>
                </a:cubicBezTo>
                <a:cubicBezTo>
                  <a:pt x="227330" y="574040"/>
                  <a:pt x="179070" y="577850"/>
                  <a:pt x="148590" y="575310"/>
                </a:cubicBezTo>
                <a:cubicBezTo>
                  <a:pt x="127000" y="574040"/>
                  <a:pt x="113030" y="568960"/>
                  <a:pt x="95250" y="557530"/>
                </a:cubicBezTo>
                <a:cubicBezTo>
                  <a:pt x="69850" y="541020"/>
                  <a:pt x="33020" y="508000"/>
                  <a:pt x="19050" y="476250"/>
                </a:cubicBezTo>
                <a:cubicBezTo>
                  <a:pt x="3810" y="443230"/>
                  <a:pt x="0" y="398780"/>
                  <a:pt x="7620" y="364490"/>
                </a:cubicBezTo>
                <a:cubicBezTo>
                  <a:pt x="15240" y="330200"/>
                  <a:pt x="44450" y="290830"/>
                  <a:pt x="66040" y="269240"/>
                </a:cubicBezTo>
                <a:cubicBezTo>
                  <a:pt x="80010" y="254000"/>
                  <a:pt x="96520" y="247650"/>
                  <a:pt x="114300" y="241300"/>
                </a:cubicBezTo>
                <a:cubicBezTo>
                  <a:pt x="130810" y="233680"/>
                  <a:pt x="147320" y="228600"/>
                  <a:pt x="168910" y="228600"/>
                </a:cubicBezTo>
                <a:cubicBezTo>
                  <a:pt x="199390" y="229870"/>
                  <a:pt x="247650" y="240030"/>
                  <a:pt x="276860" y="259080"/>
                </a:cubicBezTo>
                <a:cubicBezTo>
                  <a:pt x="306070" y="279400"/>
                  <a:pt x="331470" y="321310"/>
                  <a:pt x="344170" y="347980"/>
                </a:cubicBezTo>
                <a:cubicBezTo>
                  <a:pt x="351790" y="368300"/>
                  <a:pt x="354330" y="383540"/>
                  <a:pt x="353060" y="403860"/>
                </a:cubicBezTo>
                <a:cubicBezTo>
                  <a:pt x="350520" y="434340"/>
                  <a:pt x="337820" y="482600"/>
                  <a:pt x="316230" y="510540"/>
                </a:cubicBezTo>
                <a:cubicBezTo>
                  <a:pt x="294640" y="538480"/>
                  <a:pt x="251460" y="561340"/>
                  <a:pt x="223520" y="571500"/>
                </a:cubicBezTo>
                <a:cubicBezTo>
                  <a:pt x="203200" y="579120"/>
                  <a:pt x="187960" y="580390"/>
                  <a:pt x="167640" y="577850"/>
                </a:cubicBezTo>
                <a:cubicBezTo>
                  <a:pt x="137160" y="574040"/>
                  <a:pt x="90170" y="558800"/>
                  <a:pt x="63500" y="535940"/>
                </a:cubicBezTo>
                <a:cubicBezTo>
                  <a:pt x="36830" y="513080"/>
                  <a:pt x="15240" y="468630"/>
                  <a:pt x="6350" y="439420"/>
                </a:cubicBezTo>
                <a:cubicBezTo>
                  <a:pt x="1270" y="419100"/>
                  <a:pt x="1270" y="406400"/>
                  <a:pt x="3810" y="383540"/>
                </a:cubicBezTo>
                <a:cubicBezTo>
                  <a:pt x="7620" y="347980"/>
                  <a:pt x="13970" y="292100"/>
                  <a:pt x="38100" y="251460"/>
                </a:cubicBezTo>
                <a:cubicBezTo>
                  <a:pt x="64770" y="205740"/>
                  <a:pt x="114300" y="146050"/>
                  <a:pt x="166370" y="128270"/>
                </a:cubicBezTo>
                <a:cubicBezTo>
                  <a:pt x="222250" y="109220"/>
                  <a:pt x="309880" y="124460"/>
                  <a:pt x="365760" y="151130"/>
                </a:cubicBezTo>
                <a:cubicBezTo>
                  <a:pt x="419100" y="176530"/>
                  <a:pt x="506730" y="257810"/>
                  <a:pt x="499110" y="279400"/>
                </a:cubicBezTo>
                <a:cubicBezTo>
                  <a:pt x="491490" y="299720"/>
                  <a:pt x="340360" y="298450"/>
                  <a:pt x="336550" y="287020"/>
                </a:cubicBezTo>
                <a:cubicBezTo>
                  <a:pt x="334010" y="275590"/>
                  <a:pt x="444500" y="241300"/>
                  <a:pt x="472440" y="210820"/>
                </a:cubicBezTo>
                <a:cubicBezTo>
                  <a:pt x="492760" y="187960"/>
                  <a:pt x="494030" y="154940"/>
                  <a:pt x="506730" y="137160"/>
                </a:cubicBezTo>
                <a:cubicBezTo>
                  <a:pt x="515620" y="124460"/>
                  <a:pt x="525780" y="116840"/>
                  <a:pt x="535940" y="109220"/>
                </a:cubicBezTo>
                <a:cubicBezTo>
                  <a:pt x="546100" y="100330"/>
                  <a:pt x="556260" y="93980"/>
                  <a:pt x="571500" y="88900"/>
                </a:cubicBezTo>
                <a:cubicBezTo>
                  <a:pt x="591820" y="81280"/>
                  <a:pt x="624840" y="72390"/>
                  <a:pt x="650240" y="74930"/>
                </a:cubicBezTo>
                <a:cubicBezTo>
                  <a:pt x="676910" y="77470"/>
                  <a:pt x="708660" y="90170"/>
                  <a:pt x="727710" y="100330"/>
                </a:cubicBezTo>
                <a:cubicBezTo>
                  <a:pt x="741680" y="107950"/>
                  <a:pt x="749300" y="114300"/>
                  <a:pt x="759460" y="125730"/>
                </a:cubicBezTo>
                <a:cubicBezTo>
                  <a:pt x="773430" y="142240"/>
                  <a:pt x="792480" y="170180"/>
                  <a:pt x="800100" y="195580"/>
                </a:cubicBezTo>
                <a:cubicBezTo>
                  <a:pt x="807720" y="219710"/>
                  <a:pt x="808990" y="245110"/>
                  <a:pt x="803910" y="275590"/>
                </a:cubicBezTo>
                <a:cubicBezTo>
                  <a:pt x="796290" y="321310"/>
                  <a:pt x="765810" y="386080"/>
                  <a:pt x="739140" y="436880"/>
                </a:cubicBezTo>
                <a:cubicBezTo>
                  <a:pt x="711200" y="488950"/>
                  <a:pt x="680720" y="539750"/>
                  <a:pt x="640080" y="585470"/>
                </a:cubicBezTo>
                <a:cubicBezTo>
                  <a:pt x="595630" y="636270"/>
                  <a:pt x="542290" y="701040"/>
                  <a:pt x="480060" y="723900"/>
                </a:cubicBezTo>
                <a:cubicBezTo>
                  <a:pt x="419100" y="746760"/>
                  <a:pt x="330200" y="744220"/>
                  <a:pt x="270510" y="723900"/>
                </a:cubicBezTo>
                <a:cubicBezTo>
                  <a:pt x="214630" y="703580"/>
                  <a:pt x="158750" y="662940"/>
                  <a:pt x="129540" y="610870"/>
                </a:cubicBezTo>
                <a:cubicBezTo>
                  <a:pt x="96520" y="552450"/>
                  <a:pt x="99060" y="459740"/>
                  <a:pt x="101600" y="381000"/>
                </a:cubicBezTo>
                <a:cubicBezTo>
                  <a:pt x="102870" y="295910"/>
                  <a:pt x="123190" y="181610"/>
                  <a:pt x="149860" y="119380"/>
                </a:cubicBezTo>
                <a:cubicBezTo>
                  <a:pt x="166370" y="78740"/>
                  <a:pt x="184150" y="48260"/>
                  <a:pt x="213360" y="27940"/>
                </a:cubicBezTo>
                <a:cubicBezTo>
                  <a:pt x="241300" y="8890"/>
                  <a:pt x="288290" y="0"/>
                  <a:pt x="320040" y="2540"/>
                </a:cubicBezTo>
                <a:cubicBezTo>
                  <a:pt x="346710" y="3810"/>
                  <a:pt x="369570" y="12700"/>
                  <a:pt x="389890" y="29210"/>
                </a:cubicBezTo>
                <a:cubicBezTo>
                  <a:pt x="415290" y="48260"/>
                  <a:pt x="443230" y="90170"/>
                  <a:pt x="452120" y="120650"/>
                </a:cubicBezTo>
                <a:cubicBezTo>
                  <a:pt x="459740" y="144780"/>
                  <a:pt x="452120" y="194310"/>
                  <a:pt x="452120" y="194310"/>
                </a:cubicBezTo>
              </a:path>
            </a:pathLst>
          </a:custGeom>
          <a:solidFill>
            <a:srgbClr val="FE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16250602" y="3325178"/>
            <a:ext cx="2368867" cy="870585"/>
          </a:xfrm>
          <a:custGeom>
            <a:rect b="b" l="l" r="r" t="t"/>
            <a:pathLst>
              <a:path extrusionOk="0" h="1160780" w="3158490">
                <a:moveTo>
                  <a:pt x="5080" y="1024890"/>
                </a:moveTo>
                <a:cubicBezTo>
                  <a:pt x="127000" y="599440"/>
                  <a:pt x="167640" y="538480"/>
                  <a:pt x="203200" y="482600"/>
                </a:cubicBezTo>
                <a:cubicBezTo>
                  <a:pt x="231140" y="436880"/>
                  <a:pt x="256540" y="398780"/>
                  <a:pt x="288290" y="364490"/>
                </a:cubicBezTo>
                <a:cubicBezTo>
                  <a:pt x="317500" y="331470"/>
                  <a:pt x="342900" y="308610"/>
                  <a:pt x="384810" y="279400"/>
                </a:cubicBezTo>
                <a:cubicBezTo>
                  <a:pt x="453390" y="232410"/>
                  <a:pt x="565150" y="171450"/>
                  <a:pt x="668020" y="130810"/>
                </a:cubicBezTo>
                <a:cubicBezTo>
                  <a:pt x="777240" y="87630"/>
                  <a:pt x="904240" y="53340"/>
                  <a:pt x="1023620" y="33020"/>
                </a:cubicBezTo>
                <a:cubicBezTo>
                  <a:pt x="1141730" y="11430"/>
                  <a:pt x="1294130" y="7620"/>
                  <a:pt x="1379220" y="3810"/>
                </a:cubicBezTo>
                <a:cubicBezTo>
                  <a:pt x="1426210" y="2540"/>
                  <a:pt x="1451610" y="0"/>
                  <a:pt x="1488440" y="3810"/>
                </a:cubicBezTo>
                <a:cubicBezTo>
                  <a:pt x="1525270" y="7620"/>
                  <a:pt x="1562100" y="11430"/>
                  <a:pt x="1598930" y="27940"/>
                </a:cubicBezTo>
                <a:cubicBezTo>
                  <a:pt x="1642110" y="45720"/>
                  <a:pt x="1685290" y="73660"/>
                  <a:pt x="1728470" y="113030"/>
                </a:cubicBezTo>
                <a:cubicBezTo>
                  <a:pt x="1788160" y="167640"/>
                  <a:pt x="1870710" y="271780"/>
                  <a:pt x="1910080" y="337820"/>
                </a:cubicBezTo>
                <a:cubicBezTo>
                  <a:pt x="1935480" y="382270"/>
                  <a:pt x="1971040" y="431800"/>
                  <a:pt x="1958340" y="458470"/>
                </a:cubicBezTo>
                <a:cubicBezTo>
                  <a:pt x="1945640" y="486410"/>
                  <a:pt x="1838960" y="509270"/>
                  <a:pt x="1830070" y="497840"/>
                </a:cubicBezTo>
                <a:cubicBezTo>
                  <a:pt x="1819910" y="483870"/>
                  <a:pt x="1901190" y="394970"/>
                  <a:pt x="1943100" y="351790"/>
                </a:cubicBezTo>
                <a:cubicBezTo>
                  <a:pt x="1981200" y="312420"/>
                  <a:pt x="2026920" y="275590"/>
                  <a:pt x="2068830" y="250190"/>
                </a:cubicBezTo>
                <a:cubicBezTo>
                  <a:pt x="2104390" y="228600"/>
                  <a:pt x="2132330" y="218440"/>
                  <a:pt x="2174240" y="204470"/>
                </a:cubicBezTo>
                <a:cubicBezTo>
                  <a:pt x="2231390" y="185420"/>
                  <a:pt x="2306320" y="166370"/>
                  <a:pt x="2387600" y="156210"/>
                </a:cubicBezTo>
                <a:cubicBezTo>
                  <a:pt x="2489200" y="142240"/>
                  <a:pt x="2650490" y="137160"/>
                  <a:pt x="2739390" y="143510"/>
                </a:cubicBezTo>
                <a:cubicBezTo>
                  <a:pt x="2796540" y="147320"/>
                  <a:pt x="2832100" y="152400"/>
                  <a:pt x="2876550" y="165100"/>
                </a:cubicBezTo>
                <a:cubicBezTo>
                  <a:pt x="2919730" y="177800"/>
                  <a:pt x="2964180" y="193040"/>
                  <a:pt x="3002280" y="218440"/>
                </a:cubicBezTo>
                <a:cubicBezTo>
                  <a:pt x="3045460" y="246380"/>
                  <a:pt x="3093720" y="287020"/>
                  <a:pt x="3119120" y="328930"/>
                </a:cubicBezTo>
                <a:cubicBezTo>
                  <a:pt x="3141980" y="367030"/>
                  <a:pt x="3152140" y="427990"/>
                  <a:pt x="3154680" y="458470"/>
                </a:cubicBezTo>
                <a:cubicBezTo>
                  <a:pt x="3157220" y="476250"/>
                  <a:pt x="3157220" y="485140"/>
                  <a:pt x="3153410" y="500380"/>
                </a:cubicBezTo>
                <a:cubicBezTo>
                  <a:pt x="3147060" y="520700"/>
                  <a:pt x="3128010" y="553720"/>
                  <a:pt x="3112770" y="568960"/>
                </a:cubicBezTo>
                <a:cubicBezTo>
                  <a:pt x="3101340" y="580390"/>
                  <a:pt x="3092450" y="586740"/>
                  <a:pt x="3077210" y="590550"/>
                </a:cubicBezTo>
                <a:cubicBezTo>
                  <a:pt x="3056890" y="598170"/>
                  <a:pt x="3021330" y="603250"/>
                  <a:pt x="2997200" y="595630"/>
                </a:cubicBezTo>
                <a:cubicBezTo>
                  <a:pt x="2971800" y="589280"/>
                  <a:pt x="2945130" y="571500"/>
                  <a:pt x="2929890" y="551180"/>
                </a:cubicBezTo>
                <a:cubicBezTo>
                  <a:pt x="2913380" y="530860"/>
                  <a:pt x="2903220" y="500380"/>
                  <a:pt x="2903220" y="474980"/>
                </a:cubicBezTo>
                <a:cubicBezTo>
                  <a:pt x="2901950" y="449580"/>
                  <a:pt x="2915920" y="416560"/>
                  <a:pt x="2927350" y="398780"/>
                </a:cubicBezTo>
                <a:cubicBezTo>
                  <a:pt x="2936240" y="384810"/>
                  <a:pt x="2943860" y="377190"/>
                  <a:pt x="2957830" y="369570"/>
                </a:cubicBezTo>
                <a:cubicBezTo>
                  <a:pt x="2975610" y="359410"/>
                  <a:pt x="3009900" y="346710"/>
                  <a:pt x="3035300" y="347980"/>
                </a:cubicBezTo>
                <a:cubicBezTo>
                  <a:pt x="3060700" y="347980"/>
                  <a:pt x="3091180" y="360680"/>
                  <a:pt x="3110230" y="377190"/>
                </a:cubicBezTo>
                <a:cubicBezTo>
                  <a:pt x="3130550" y="392430"/>
                  <a:pt x="3145790" y="424180"/>
                  <a:pt x="3152140" y="445770"/>
                </a:cubicBezTo>
                <a:cubicBezTo>
                  <a:pt x="3157220" y="459740"/>
                  <a:pt x="3158490" y="471170"/>
                  <a:pt x="3155950" y="486410"/>
                </a:cubicBezTo>
                <a:cubicBezTo>
                  <a:pt x="3150870" y="508000"/>
                  <a:pt x="3139440" y="541020"/>
                  <a:pt x="3121660" y="560070"/>
                </a:cubicBezTo>
                <a:cubicBezTo>
                  <a:pt x="3105150" y="579120"/>
                  <a:pt x="3075940" y="594360"/>
                  <a:pt x="3050540" y="598170"/>
                </a:cubicBezTo>
                <a:cubicBezTo>
                  <a:pt x="3026410" y="603250"/>
                  <a:pt x="2990850" y="594360"/>
                  <a:pt x="2970530" y="586740"/>
                </a:cubicBezTo>
                <a:cubicBezTo>
                  <a:pt x="2956560" y="580390"/>
                  <a:pt x="2947670" y="574040"/>
                  <a:pt x="2938780" y="561340"/>
                </a:cubicBezTo>
                <a:cubicBezTo>
                  <a:pt x="2924810" y="544830"/>
                  <a:pt x="2903220" y="509270"/>
                  <a:pt x="2903220" y="488950"/>
                </a:cubicBezTo>
                <a:cubicBezTo>
                  <a:pt x="2904490" y="473710"/>
                  <a:pt x="2927350" y="463550"/>
                  <a:pt x="2922270" y="452120"/>
                </a:cubicBezTo>
                <a:cubicBezTo>
                  <a:pt x="2915920" y="434340"/>
                  <a:pt x="2862580" y="417830"/>
                  <a:pt x="2820670" y="407670"/>
                </a:cubicBezTo>
                <a:cubicBezTo>
                  <a:pt x="2759710" y="393700"/>
                  <a:pt x="2669540" y="392430"/>
                  <a:pt x="2589530" y="393700"/>
                </a:cubicBezTo>
                <a:cubicBezTo>
                  <a:pt x="2504440" y="394970"/>
                  <a:pt x="2393950" y="408940"/>
                  <a:pt x="2325370" y="417830"/>
                </a:cubicBezTo>
                <a:cubicBezTo>
                  <a:pt x="2282190" y="424180"/>
                  <a:pt x="2249170" y="420370"/>
                  <a:pt x="2218690" y="436880"/>
                </a:cubicBezTo>
                <a:cubicBezTo>
                  <a:pt x="2186940" y="454660"/>
                  <a:pt x="2178050" y="494030"/>
                  <a:pt x="2142490" y="525780"/>
                </a:cubicBezTo>
                <a:cubicBezTo>
                  <a:pt x="2082800" y="577850"/>
                  <a:pt x="1955800" y="708660"/>
                  <a:pt x="1884680" y="698500"/>
                </a:cubicBezTo>
                <a:cubicBezTo>
                  <a:pt x="1819910" y="689610"/>
                  <a:pt x="1761490" y="563880"/>
                  <a:pt x="1724660" y="508000"/>
                </a:cubicBezTo>
                <a:cubicBezTo>
                  <a:pt x="1699260" y="468630"/>
                  <a:pt x="1695450" y="434340"/>
                  <a:pt x="1671320" y="400050"/>
                </a:cubicBezTo>
                <a:cubicBezTo>
                  <a:pt x="1643380" y="360680"/>
                  <a:pt x="1601470" y="313690"/>
                  <a:pt x="1562100" y="288290"/>
                </a:cubicBezTo>
                <a:cubicBezTo>
                  <a:pt x="1530350" y="266700"/>
                  <a:pt x="1502410" y="254000"/>
                  <a:pt x="1459230" y="246380"/>
                </a:cubicBezTo>
                <a:cubicBezTo>
                  <a:pt x="1398270" y="233680"/>
                  <a:pt x="1291590" y="242570"/>
                  <a:pt x="1224280" y="247650"/>
                </a:cubicBezTo>
                <a:cubicBezTo>
                  <a:pt x="1174750" y="251460"/>
                  <a:pt x="1146810" y="257810"/>
                  <a:pt x="1096010" y="267970"/>
                </a:cubicBezTo>
                <a:cubicBezTo>
                  <a:pt x="1018540" y="283210"/>
                  <a:pt x="886460" y="309880"/>
                  <a:pt x="808990" y="335280"/>
                </a:cubicBezTo>
                <a:cubicBezTo>
                  <a:pt x="754380" y="353060"/>
                  <a:pt x="715010" y="370840"/>
                  <a:pt x="671830" y="391160"/>
                </a:cubicBezTo>
                <a:cubicBezTo>
                  <a:pt x="631190" y="408940"/>
                  <a:pt x="593090" y="426720"/>
                  <a:pt x="556260" y="450850"/>
                </a:cubicBezTo>
                <a:cubicBezTo>
                  <a:pt x="518160" y="476250"/>
                  <a:pt x="477520" y="505460"/>
                  <a:pt x="445770" y="539750"/>
                </a:cubicBezTo>
                <a:cubicBezTo>
                  <a:pt x="412750" y="574040"/>
                  <a:pt x="382270" y="617220"/>
                  <a:pt x="359410" y="655320"/>
                </a:cubicBezTo>
                <a:cubicBezTo>
                  <a:pt x="339090" y="688340"/>
                  <a:pt x="326390" y="709930"/>
                  <a:pt x="309880" y="753110"/>
                </a:cubicBezTo>
                <a:cubicBezTo>
                  <a:pt x="281940" y="829310"/>
                  <a:pt x="251460" y="1007110"/>
                  <a:pt x="222250" y="1073150"/>
                </a:cubicBezTo>
                <a:cubicBezTo>
                  <a:pt x="208280" y="1104900"/>
                  <a:pt x="196850" y="1123950"/>
                  <a:pt x="179070" y="1139190"/>
                </a:cubicBezTo>
                <a:cubicBezTo>
                  <a:pt x="165100" y="1150620"/>
                  <a:pt x="148590" y="1156970"/>
                  <a:pt x="129540" y="1158240"/>
                </a:cubicBezTo>
                <a:cubicBezTo>
                  <a:pt x="106680" y="1160780"/>
                  <a:pt x="73660" y="1155700"/>
                  <a:pt x="52070" y="1141730"/>
                </a:cubicBezTo>
                <a:cubicBezTo>
                  <a:pt x="31750" y="1127760"/>
                  <a:pt x="13970" y="1099820"/>
                  <a:pt x="6350" y="1078230"/>
                </a:cubicBezTo>
                <a:cubicBezTo>
                  <a:pt x="0" y="1060450"/>
                  <a:pt x="5080" y="1024890"/>
                  <a:pt x="5080" y="102489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7"/>
          <p:cNvGrpSpPr/>
          <p:nvPr/>
        </p:nvGrpSpPr>
        <p:grpSpPr>
          <a:xfrm>
            <a:off x="0" y="-72330"/>
            <a:ext cx="4674349" cy="10359330"/>
            <a:chOff x="0" y="-19050"/>
            <a:chExt cx="1231104" cy="2728383"/>
          </a:xfrm>
        </p:grpSpPr>
        <p:sp>
          <p:nvSpPr>
            <p:cNvPr id="160" name="Google Shape;160;p7"/>
            <p:cNvSpPr/>
            <p:nvPr/>
          </p:nvSpPr>
          <p:spPr>
            <a:xfrm>
              <a:off x="0" y="0"/>
              <a:ext cx="1231104" cy="2709333"/>
            </a:xfrm>
            <a:custGeom>
              <a:rect b="b" l="l" r="r" t="t"/>
              <a:pathLst>
                <a:path extrusionOk="0" h="2709333" w="1231104">
                  <a:moveTo>
                    <a:pt x="0" y="0"/>
                  </a:moveTo>
                  <a:lnTo>
                    <a:pt x="1231104" y="0"/>
                  </a:lnTo>
                  <a:lnTo>
                    <a:pt x="123110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CB13">
                <a:alpha val="83921"/>
              </a:srgbClr>
            </a:solidFill>
            <a:ln>
              <a:noFill/>
            </a:ln>
          </p:spPr>
        </p:sp>
        <p:sp>
          <p:nvSpPr>
            <p:cNvPr id="161" name="Google Shape;161;p7"/>
            <p:cNvSpPr txBox="1"/>
            <p:nvPr/>
          </p:nvSpPr>
          <p:spPr>
            <a:xfrm>
              <a:off x="0" y="-19050"/>
              <a:ext cx="1231104" cy="27283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8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" name="Google Shape;162;p7"/>
          <p:cNvGrpSpPr/>
          <p:nvPr/>
        </p:nvGrpSpPr>
        <p:grpSpPr>
          <a:xfrm>
            <a:off x="3131884" y="1858297"/>
            <a:ext cx="12024231" cy="6781996"/>
            <a:chOff x="0" y="-38100"/>
            <a:chExt cx="3166876" cy="1786205"/>
          </a:xfrm>
        </p:grpSpPr>
        <p:sp>
          <p:nvSpPr>
            <p:cNvPr id="163" name="Google Shape;163;p7"/>
            <p:cNvSpPr/>
            <p:nvPr/>
          </p:nvSpPr>
          <p:spPr>
            <a:xfrm>
              <a:off x="0" y="0"/>
              <a:ext cx="3166876" cy="1748105"/>
            </a:xfrm>
            <a:custGeom>
              <a:rect b="b" l="l" r="r" t="t"/>
              <a:pathLst>
                <a:path extrusionOk="0" h="1748105" w="3166876">
                  <a:moveTo>
                    <a:pt x="0" y="0"/>
                  </a:moveTo>
                  <a:lnTo>
                    <a:pt x="3166876" y="0"/>
                  </a:lnTo>
                  <a:lnTo>
                    <a:pt x="3166876" y="1748105"/>
                  </a:lnTo>
                  <a:lnTo>
                    <a:pt x="0" y="1748105"/>
                  </a:lnTo>
                  <a:close/>
                </a:path>
              </a:pathLst>
            </a:custGeom>
            <a:solidFill>
              <a:srgbClr val="FFFFFF"/>
            </a:solidFill>
            <a:ln cap="sq" cmpd="sng" w="66675">
              <a:solidFill>
                <a:srgbClr val="231F2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64" name="Google Shape;164;p7"/>
            <p:cNvSpPr txBox="1"/>
            <p:nvPr/>
          </p:nvSpPr>
          <p:spPr>
            <a:xfrm>
              <a:off x="0" y="-38100"/>
              <a:ext cx="3166876" cy="17862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3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5" name="Google Shape;165;p7"/>
          <p:cNvSpPr txBox="1"/>
          <p:nvPr/>
        </p:nvSpPr>
        <p:spPr>
          <a:xfrm>
            <a:off x="4558388" y="2605133"/>
            <a:ext cx="6353568" cy="94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50" u="none" cap="none" strike="noStrike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Programa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"/>
          <p:cNvSpPr/>
          <p:nvPr/>
        </p:nvSpPr>
        <p:spPr>
          <a:xfrm>
            <a:off x="7450548" y="-148999"/>
            <a:ext cx="10837452" cy="10584998"/>
          </a:xfrm>
          <a:custGeom>
            <a:rect b="b" l="l" r="r" t="t"/>
            <a:pathLst>
              <a:path extrusionOk="0" h="10584998" w="10837452">
                <a:moveTo>
                  <a:pt x="0" y="0"/>
                </a:moveTo>
                <a:lnTo>
                  <a:pt x="10837452" y="0"/>
                </a:lnTo>
                <a:lnTo>
                  <a:pt x="10837452" y="10584998"/>
                </a:lnTo>
                <a:lnTo>
                  <a:pt x="0" y="10584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5000"/>
            </a:blip>
            <a:stretch>
              <a:fillRect b="-26786" l="0" r="0" t="-26786"/>
            </a:stretch>
          </a:blipFill>
          <a:ln>
            <a:noFill/>
          </a:ln>
        </p:spPr>
      </p:sp>
      <p:sp>
        <p:nvSpPr>
          <p:cNvPr id="171" name="Google Shape;171;p8"/>
          <p:cNvSpPr/>
          <p:nvPr/>
        </p:nvSpPr>
        <p:spPr>
          <a:xfrm>
            <a:off x="-149033" y="-177577"/>
            <a:ext cx="7599581" cy="10557723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 txBox="1"/>
          <p:nvPr/>
        </p:nvSpPr>
        <p:spPr>
          <a:xfrm>
            <a:off x="1028700" y="900765"/>
            <a:ext cx="5817742" cy="2081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Evaluando lo nuevo</a:t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16455703" y="865655"/>
            <a:ext cx="803597" cy="355044"/>
          </a:xfrm>
          <a:custGeom>
            <a:rect b="b" l="l" r="r" t="t"/>
            <a:pathLst>
              <a:path extrusionOk="0"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8"/>
          <p:cNvSpPr/>
          <p:nvPr/>
        </p:nvSpPr>
        <p:spPr>
          <a:xfrm>
            <a:off x="2343718" y="5202563"/>
            <a:ext cx="3187705" cy="1793084"/>
          </a:xfrm>
          <a:custGeom>
            <a:rect b="b" l="l" r="r" t="t"/>
            <a:pathLst>
              <a:path extrusionOk="0" h="1793084" w="3187705">
                <a:moveTo>
                  <a:pt x="0" y="0"/>
                </a:moveTo>
                <a:lnTo>
                  <a:pt x="3187705" y="0"/>
                </a:lnTo>
                <a:lnTo>
                  <a:pt x="3187705" y="1793084"/>
                </a:lnTo>
                <a:lnTo>
                  <a:pt x="0" y="17930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8"/>
          <p:cNvSpPr txBox="1"/>
          <p:nvPr/>
        </p:nvSpPr>
        <p:spPr>
          <a:xfrm>
            <a:off x="10487429" y="4764965"/>
            <a:ext cx="4763691" cy="602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24" u="sng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de la prueba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E600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9"/>
          <p:cNvGrpSpPr/>
          <p:nvPr/>
        </p:nvGrpSpPr>
        <p:grpSpPr>
          <a:xfrm>
            <a:off x="496608" y="290709"/>
            <a:ext cx="17178772" cy="9471993"/>
            <a:chOff x="0" y="-47625"/>
            <a:chExt cx="4524450" cy="2494681"/>
          </a:xfrm>
        </p:grpSpPr>
        <p:sp>
          <p:nvSpPr>
            <p:cNvPr id="181" name="Google Shape;181;p9"/>
            <p:cNvSpPr/>
            <p:nvPr/>
          </p:nvSpPr>
          <p:spPr>
            <a:xfrm>
              <a:off x="0" y="0"/>
              <a:ext cx="4524450" cy="2447056"/>
            </a:xfrm>
            <a:custGeom>
              <a:rect b="b" l="l" r="r" t="t"/>
              <a:pathLst>
                <a:path extrusionOk="0" h="2447056" w="4524450">
                  <a:moveTo>
                    <a:pt x="22083" y="0"/>
                  </a:moveTo>
                  <a:lnTo>
                    <a:pt x="4502367" y="0"/>
                  </a:lnTo>
                  <a:cubicBezTo>
                    <a:pt x="4514564" y="0"/>
                    <a:pt x="4524450" y="9887"/>
                    <a:pt x="4524450" y="22083"/>
                  </a:cubicBezTo>
                  <a:lnTo>
                    <a:pt x="4524450" y="2424973"/>
                  </a:lnTo>
                  <a:cubicBezTo>
                    <a:pt x="4524450" y="2430830"/>
                    <a:pt x="4522124" y="2436447"/>
                    <a:pt x="4517982" y="2440588"/>
                  </a:cubicBezTo>
                  <a:cubicBezTo>
                    <a:pt x="4513841" y="2444730"/>
                    <a:pt x="4508224" y="2447056"/>
                    <a:pt x="4502367" y="2447056"/>
                  </a:cubicBezTo>
                  <a:lnTo>
                    <a:pt x="22083" y="2447056"/>
                  </a:lnTo>
                  <a:cubicBezTo>
                    <a:pt x="9887" y="2447056"/>
                    <a:pt x="0" y="2437169"/>
                    <a:pt x="0" y="2424973"/>
                  </a:cubicBezTo>
                  <a:lnTo>
                    <a:pt x="0" y="22083"/>
                  </a:lnTo>
                  <a:cubicBezTo>
                    <a:pt x="0" y="9887"/>
                    <a:pt x="9887" y="0"/>
                    <a:pt x="22083" y="0"/>
                  </a:cubicBezTo>
                  <a:close/>
                </a:path>
              </a:pathLst>
            </a:custGeom>
            <a:solidFill>
              <a:srgbClr val="FEFFFF"/>
            </a:solidFill>
            <a:ln cap="rnd" cmpd="sng" w="47625">
              <a:solidFill>
                <a:srgbClr val="FE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9"/>
            <p:cNvSpPr txBox="1"/>
            <p:nvPr/>
          </p:nvSpPr>
          <p:spPr>
            <a:xfrm>
              <a:off x="0" y="-47625"/>
              <a:ext cx="4524450" cy="2494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" name="Google Shape;183;p9"/>
          <p:cNvSpPr/>
          <p:nvPr/>
        </p:nvSpPr>
        <p:spPr>
          <a:xfrm>
            <a:off x="14087458" y="3091234"/>
            <a:ext cx="2859716" cy="4104533"/>
          </a:xfrm>
          <a:custGeom>
            <a:rect b="b" l="l" r="r" t="t"/>
            <a:pathLst>
              <a:path extrusionOk="0" h="4104533" w="2859716">
                <a:moveTo>
                  <a:pt x="0" y="0"/>
                </a:moveTo>
                <a:lnTo>
                  <a:pt x="2859716" y="0"/>
                </a:lnTo>
                <a:lnTo>
                  <a:pt x="2859716" y="4104532"/>
                </a:lnTo>
                <a:lnTo>
                  <a:pt x="0" y="41045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9"/>
          <p:cNvSpPr txBox="1"/>
          <p:nvPr/>
        </p:nvSpPr>
        <p:spPr>
          <a:xfrm>
            <a:off x="4207706" y="1334560"/>
            <a:ext cx="9756577" cy="117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¡Gracias por su  atención!</a:t>
            </a:r>
            <a:endParaRPr/>
          </a:p>
        </p:txBody>
      </p:sp>
      <p:sp>
        <p:nvSpPr>
          <p:cNvPr id="185" name="Google Shape;185;p9"/>
          <p:cNvSpPr txBox="1"/>
          <p:nvPr/>
        </p:nvSpPr>
        <p:spPr>
          <a:xfrm>
            <a:off x="7332538" y="4343720"/>
            <a:ext cx="3622923" cy="1530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Dudas?</a:t>
            </a:r>
            <a:endParaRPr/>
          </a:p>
        </p:txBody>
      </p:sp>
      <p:sp>
        <p:nvSpPr>
          <p:cNvPr id="186" name="Google Shape;186;p9"/>
          <p:cNvSpPr txBox="1"/>
          <p:nvPr/>
        </p:nvSpPr>
        <p:spPr>
          <a:xfrm>
            <a:off x="1760680" y="8134350"/>
            <a:ext cx="14766640" cy="1327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2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